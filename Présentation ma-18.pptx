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59" r:id="rId7"/>
    <p:sldId id="261" r:id="rId8"/>
    <p:sldId id="262" r:id="rId9"/>
    <p:sldId id="266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Fonseca Diogo" userId="9776bc00-31f5-43ee-b068-c4a99de900c5" providerId="ADAL" clId="{DF44A73A-5A0C-497E-BC6E-374CB8D25E32}"/>
    <pc:docChg chg="undo custSel modSld">
      <pc:chgData name="Christian Fonseca Diogo" userId="9776bc00-31f5-43ee-b068-c4a99de900c5" providerId="ADAL" clId="{DF44A73A-5A0C-497E-BC6E-374CB8D25E32}" dt="2026-03-16T18:04:55.308" v="5" actId="26606"/>
      <pc:docMkLst>
        <pc:docMk/>
      </pc:docMkLst>
      <pc:sldChg chg="addSp delSp modSp mod setBg">
        <pc:chgData name="Christian Fonseca Diogo" userId="9776bc00-31f5-43ee-b068-c4a99de900c5" providerId="ADAL" clId="{DF44A73A-5A0C-497E-BC6E-374CB8D25E32}" dt="2026-03-16T18:04:55.308" v="5" actId="26606"/>
        <pc:sldMkLst>
          <pc:docMk/>
          <pc:sldMk cId="1703332934" sldId="264"/>
        </pc:sldMkLst>
        <pc:spChg chg="mod">
          <ac:chgData name="Christian Fonseca Diogo" userId="9776bc00-31f5-43ee-b068-c4a99de900c5" providerId="ADAL" clId="{DF44A73A-5A0C-497E-BC6E-374CB8D25E32}" dt="2026-03-16T18:04:55.308" v="5" actId="26606"/>
          <ac:spMkLst>
            <pc:docMk/>
            <pc:sldMk cId="1703332934" sldId="264"/>
            <ac:spMk id="2" creationId="{A02AB7F4-BDE5-B9BA-91B8-8E5B110A04EF}"/>
          </ac:spMkLst>
        </pc:spChg>
        <pc:spChg chg="del">
          <ac:chgData name="Christian Fonseca Diogo" userId="9776bc00-31f5-43ee-b068-c4a99de900c5" providerId="ADAL" clId="{DF44A73A-5A0C-497E-BC6E-374CB8D25E32}" dt="2026-03-16T18:04:45.327" v="0" actId="22"/>
          <ac:spMkLst>
            <pc:docMk/>
            <pc:sldMk cId="1703332934" sldId="264"/>
            <ac:spMk id="3" creationId="{E0F6592A-D07C-34E2-90F0-944ACCFC4600}"/>
          </ac:spMkLst>
        </pc:spChg>
        <pc:spChg chg="add del">
          <ac:chgData name="Christian Fonseca Diogo" userId="9776bc00-31f5-43ee-b068-c4a99de900c5" providerId="ADAL" clId="{DF44A73A-5A0C-497E-BC6E-374CB8D25E32}" dt="2026-03-16T18:04:55.308" v="5" actId="26606"/>
          <ac:spMkLst>
            <pc:docMk/>
            <pc:sldMk cId="1703332934" sldId="264"/>
            <ac:spMk id="10" creationId="{9B7AD9F6-8CE7-4299-8FC6-328F4DCD3FF9}"/>
          </ac:spMkLst>
        </pc:spChg>
        <pc:spChg chg="add del">
          <ac:chgData name="Christian Fonseca Diogo" userId="9776bc00-31f5-43ee-b068-c4a99de900c5" providerId="ADAL" clId="{DF44A73A-5A0C-497E-BC6E-374CB8D25E32}" dt="2026-03-16T18:04:55.308" v="5" actId="26606"/>
          <ac:spMkLst>
            <pc:docMk/>
            <pc:sldMk cId="1703332934" sldId="264"/>
            <ac:spMk id="12" creationId="{F49775AF-8896-43EE-92C6-83497D6DC56F}"/>
          </ac:spMkLst>
        </pc:spChg>
        <pc:spChg chg="add">
          <ac:chgData name="Christian Fonseca Diogo" userId="9776bc00-31f5-43ee-b068-c4a99de900c5" providerId="ADAL" clId="{DF44A73A-5A0C-497E-BC6E-374CB8D25E32}" dt="2026-03-16T18:04:55.308" v="5" actId="26606"/>
          <ac:spMkLst>
            <pc:docMk/>
            <pc:sldMk cId="1703332934" sldId="264"/>
            <ac:spMk id="16" creationId="{577E74F8-662A-B797-52A9-073E3A99614E}"/>
          </ac:spMkLst>
        </pc:spChg>
        <pc:spChg chg="add del">
          <ac:chgData name="Christian Fonseca Diogo" userId="9776bc00-31f5-43ee-b068-c4a99de900c5" providerId="ADAL" clId="{DF44A73A-5A0C-497E-BC6E-374CB8D25E32}" dt="2026-03-16T18:04:55.300" v="4" actId="26606"/>
          <ac:spMkLst>
            <pc:docMk/>
            <pc:sldMk cId="1703332934" sldId="264"/>
            <ac:spMk id="17" creationId="{9B7AD9F6-8CE7-4299-8FC6-328F4DCD3FF9}"/>
          </ac:spMkLst>
        </pc:spChg>
        <pc:spChg chg="add del">
          <ac:chgData name="Christian Fonseca Diogo" userId="9776bc00-31f5-43ee-b068-c4a99de900c5" providerId="ADAL" clId="{DF44A73A-5A0C-497E-BC6E-374CB8D25E32}" dt="2026-03-16T18:04:55.300" v="4" actId="26606"/>
          <ac:spMkLst>
            <pc:docMk/>
            <pc:sldMk cId="1703332934" sldId="264"/>
            <ac:spMk id="19" creationId="{F49775AF-8896-43EE-92C6-83497D6DC56F}"/>
          </ac:spMkLst>
        </pc:spChg>
        <pc:spChg chg="add">
          <ac:chgData name="Christian Fonseca Diogo" userId="9776bc00-31f5-43ee-b068-c4a99de900c5" providerId="ADAL" clId="{DF44A73A-5A0C-497E-BC6E-374CB8D25E32}" dt="2026-03-16T18:04:55.308" v="5" actId="26606"/>
          <ac:spMkLst>
            <pc:docMk/>
            <pc:sldMk cId="1703332934" sldId="264"/>
            <ac:spMk id="21" creationId="{21540236-BFD5-4A9D-8840-4703E7F76825}"/>
          </ac:spMkLst>
        </pc:spChg>
        <pc:spChg chg="add">
          <ac:chgData name="Christian Fonseca Diogo" userId="9776bc00-31f5-43ee-b068-c4a99de900c5" providerId="ADAL" clId="{DF44A73A-5A0C-497E-BC6E-374CB8D25E32}" dt="2026-03-16T18:04:55.308" v="5" actId="26606"/>
          <ac:spMkLst>
            <pc:docMk/>
            <pc:sldMk cId="1703332934" sldId="264"/>
            <ac:spMk id="22" creationId="{2C61293E-6EBE-43EF-A52C-9BEBFD7679D4}"/>
          </ac:spMkLst>
        </pc:spChg>
        <pc:picChg chg="add mod ord">
          <ac:chgData name="Christian Fonseca Diogo" userId="9776bc00-31f5-43ee-b068-c4a99de900c5" providerId="ADAL" clId="{DF44A73A-5A0C-497E-BC6E-374CB8D25E32}" dt="2026-03-16T18:04:55.308" v="5" actId="26606"/>
          <ac:picMkLst>
            <pc:docMk/>
            <pc:sldMk cId="1703332934" sldId="264"/>
            <ac:picMk id="5" creationId="{57168D92-ED88-1F00-CAAA-A95D6393E10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55FD26-E9D5-4F46-9679-9B1849796D5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C71D881-7BE8-41E2-B686-72E46A4761FB}">
      <dgm:prSet/>
      <dgm:spPr/>
      <dgm:t>
        <a:bodyPr/>
        <a:lstStyle/>
        <a:p>
          <a:r>
            <a:rPr lang="fr-CH"/>
            <a:t>Analyse</a:t>
          </a:r>
          <a:endParaRPr lang="en-US"/>
        </a:p>
      </dgm:t>
    </dgm:pt>
    <dgm:pt modelId="{FE366D7F-B59E-4784-B042-A9C1856940CB}" type="parTrans" cxnId="{0103322C-6816-4481-9488-C280840FA269}">
      <dgm:prSet/>
      <dgm:spPr/>
      <dgm:t>
        <a:bodyPr/>
        <a:lstStyle/>
        <a:p>
          <a:endParaRPr lang="en-US"/>
        </a:p>
      </dgm:t>
    </dgm:pt>
    <dgm:pt modelId="{1DE247D7-CA55-4F38-82DC-B70B93A315EF}" type="sibTrans" cxnId="{0103322C-6816-4481-9488-C280840FA269}">
      <dgm:prSet/>
      <dgm:spPr/>
      <dgm:t>
        <a:bodyPr/>
        <a:lstStyle/>
        <a:p>
          <a:endParaRPr lang="en-US"/>
        </a:p>
      </dgm:t>
    </dgm:pt>
    <dgm:pt modelId="{B1158C94-22D7-49A2-AF99-41620DEC9D99}">
      <dgm:prSet/>
      <dgm:spPr/>
      <dgm:t>
        <a:bodyPr/>
        <a:lstStyle/>
        <a:p>
          <a:r>
            <a:rPr lang="fr-CH"/>
            <a:t>Diagramme de flux</a:t>
          </a:r>
          <a:endParaRPr lang="en-US"/>
        </a:p>
      </dgm:t>
    </dgm:pt>
    <dgm:pt modelId="{AE5ABEFC-C09A-46C6-A171-673F0C66DF11}" type="parTrans" cxnId="{03A69EC0-303A-4FDD-ABB5-CA2E9944EE66}">
      <dgm:prSet/>
      <dgm:spPr/>
      <dgm:t>
        <a:bodyPr/>
        <a:lstStyle/>
        <a:p>
          <a:endParaRPr lang="en-US"/>
        </a:p>
      </dgm:t>
    </dgm:pt>
    <dgm:pt modelId="{1A47A42B-43D0-4CE0-A90C-B7C513153D4C}" type="sibTrans" cxnId="{03A69EC0-303A-4FDD-ABB5-CA2E9944EE66}">
      <dgm:prSet/>
      <dgm:spPr/>
      <dgm:t>
        <a:bodyPr/>
        <a:lstStyle/>
        <a:p>
          <a:endParaRPr lang="en-US"/>
        </a:p>
      </dgm:t>
    </dgm:pt>
    <dgm:pt modelId="{E59CD1C4-E016-449F-8F26-80816F1F9110}">
      <dgm:prSet/>
      <dgm:spPr/>
      <dgm:t>
        <a:bodyPr/>
        <a:lstStyle/>
        <a:p>
          <a:r>
            <a:rPr lang="fr-CH"/>
            <a:t>Consigne de réalisation </a:t>
          </a:r>
          <a:endParaRPr lang="en-US"/>
        </a:p>
      </dgm:t>
    </dgm:pt>
    <dgm:pt modelId="{8A129D43-077D-44EE-A772-ADF0120B60CC}" type="parTrans" cxnId="{8C28E145-ABD8-4E79-B992-377E94D8BE60}">
      <dgm:prSet/>
      <dgm:spPr/>
      <dgm:t>
        <a:bodyPr/>
        <a:lstStyle/>
        <a:p>
          <a:endParaRPr lang="en-US"/>
        </a:p>
      </dgm:t>
    </dgm:pt>
    <dgm:pt modelId="{8C8A77C7-3C9F-4AA4-9084-BFB41C771B01}" type="sibTrans" cxnId="{8C28E145-ABD8-4E79-B992-377E94D8BE60}">
      <dgm:prSet/>
      <dgm:spPr/>
      <dgm:t>
        <a:bodyPr/>
        <a:lstStyle/>
        <a:p>
          <a:endParaRPr lang="en-US"/>
        </a:p>
      </dgm:t>
    </dgm:pt>
    <dgm:pt modelId="{727FE741-47E1-4927-B8E0-A521CA47CFFA}">
      <dgm:prSet/>
      <dgm:spPr/>
      <dgm:t>
        <a:bodyPr/>
        <a:lstStyle/>
        <a:p>
          <a:r>
            <a:rPr lang="fr-CH"/>
            <a:t>Exercice code</a:t>
          </a:r>
          <a:endParaRPr lang="en-US"/>
        </a:p>
      </dgm:t>
    </dgm:pt>
    <dgm:pt modelId="{8B74ABDA-FD81-4070-AF5D-AE59BF2C3D1D}" type="parTrans" cxnId="{3A7D58A5-35FE-4BE8-9282-801B75F1EF1A}">
      <dgm:prSet/>
      <dgm:spPr/>
      <dgm:t>
        <a:bodyPr/>
        <a:lstStyle/>
        <a:p>
          <a:endParaRPr lang="en-US"/>
        </a:p>
      </dgm:t>
    </dgm:pt>
    <dgm:pt modelId="{E2DD5349-5FBD-41CC-928F-B0D476BF15F4}" type="sibTrans" cxnId="{3A7D58A5-35FE-4BE8-9282-801B75F1EF1A}">
      <dgm:prSet/>
      <dgm:spPr/>
      <dgm:t>
        <a:bodyPr/>
        <a:lstStyle/>
        <a:p>
          <a:endParaRPr lang="en-US"/>
        </a:p>
      </dgm:t>
    </dgm:pt>
    <dgm:pt modelId="{0F32ACF9-AC12-4CC6-99F3-1C5B17E1D5D6}">
      <dgm:prSet/>
      <dgm:spPr/>
      <dgm:t>
        <a:bodyPr/>
        <a:lstStyle/>
        <a:p>
          <a:r>
            <a:rPr lang="fr-CH"/>
            <a:t>Explication du corrigé</a:t>
          </a:r>
          <a:endParaRPr lang="en-US"/>
        </a:p>
      </dgm:t>
    </dgm:pt>
    <dgm:pt modelId="{1AF70AB7-F158-4F3A-83C4-D18FBC5DBCEB}" type="parTrans" cxnId="{5FD1030A-4D8B-436A-8BA7-EF8B2B0ACAA8}">
      <dgm:prSet/>
      <dgm:spPr/>
      <dgm:t>
        <a:bodyPr/>
        <a:lstStyle/>
        <a:p>
          <a:endParaRPr lang="en-US"/>
        </a:p>
      </dgm:t>
    </dgm:pt>
    <dgm:pt modelId="{73B312B7-E04F-4406-98FF-4A2BFF7DCE9A}" type="sibTrans" cxnId="{5FD1030A-4D8B-436A-8BA7-EF8B2B0ACAA8}">
      <dgm:prSet/>
      <dgm:spPr/>
      <dgm:t>
        <a:bodyPr/>
        <a:lstStyle/>
        <a:p>
          <a:endParaRPr lang="en-US"/>
        </a:p>
      </dgm:t>
    </dgm:pt>
    <dgm:pt modelId="{D6500928-49ED-4623-9F36-626B56A373B5}">
      <dgm:prSet/>
      <dgm:spPr/>
      <dgm:t>
        <a:bodyPr/>
        <a:lstStyle/>
        <a:p>
          <a:r>
            <a:rPr lang="fr-CH"/>
            <a:t>Conclusion</a:t>
          </a:r>
          <a:endParaRPr lang="en-US"/>
        </a:p>
      </dgm:t>
    </dgm:pt>
    <dgm:pt modelId="{EAB98E41-9676-4306-AED1-8A3C827D2FA6}" type="parTrans" cxnId="{C7E2CB84-B762-466C-B0D5-524FFC1FECAA}">
      <dgm:prSet/>
      <dgm:spPr/>
      <dgm:t>
        <a:bodyPr/>
        <a:lstStyle/>
        <a:p>
          <a:endParaRPr lang="en-US"/>
        </a:p>
      </dgm:t>
    </dgm:pt>
    <dgm:pt modelId="{7A6A135E-2DB2-4F66-AB2E-CFE3C3278DDD}" type="sibTrans" cxnId="{C7E2CB84-B762-466C-B0D5-524FFC1FECAA}">
      <dgm:prSet/>
      <dgm:spPr/>
      <dgm:t>
        <a:bodyPr/>
        <a:lstStyle/>
        <a:p>
          <a:endParaRPr lang="en-US"/>
        </a:p>
      </dgm:t>
    </dgm:pt>
    <dgm:pt modelId="{FFEE1AB8-27F4-40AC-B183-8915F0AE6D73}">
      <dgm:prSet/>
      <dgm:spPr/>
      <dgm:t>
        <a:bodyPr/>
        <a:lstStyle/>
        <a:p>
          <a:r>
            <a:rPr lang="fr-CH"/>
            <a:t>Sources</a:t>
          </a:r>
          <a:endParaRPr lang="en-US"/>
        </a:p>
      </dgm:t>
    </dgm:pt>
    <dgm:pt modelId="{48EE37A4-CC67-41DE-8224-910A87D9C4CD}" type="parTrans" cxnId="{EBCD021B-FB21-4DF7-8983-A0F50B208E80}">
      <dgm:prSet/>
      <dgm:spPr/>
      <dgm:t>
        <a:bodyPr/>
        <a:lstStyle/>
        <a:p>
          <a:endParaRPr lang="en-US"/>
        </a:p>
      </dgm:t>
    </dgm:pt>
    <dgm:pt modelId="{04DB42A7-2A59-4AAC-8C93-5EDE33C77C2E}" type="sibTrans" cxnId="{EBCD021B-FB21-4DF7-8983-A0F50B208E80}">
      <dgm:prSet/>
      <dgm:spPr/>
      <dgm:t>
        <a:bodyPr/>
        <a:lstStyle/>
        <a:p>
          <a:endParaRPr lang="en-US"/>
        </a:p>
      </dgm:t>
    </dgm:pt>
    <dgm:pt modelId="{541621CA-A562-4BE5-AD45-A784468FF720}" type="pres">
      <dgm:prSet presAssocID="{3055FD26-E9D5-4F46-9679-9B1849796D51}" presName="linear" presStyleCnt="0">
        <dgm:presLayoutVars>
          <dgm:animLvl val="lvl"/>
          <dgm:resizeHandles val="exact"/>
        </dgm:presLayoutVars>
      </dgm:prSet>
      <dgm:spPr/>
    </dgm:pt>
    <dgm:pt modelId="{D1785A6C-901E-49F5-96B7-5DD540E62C4B}" type="pres">
      <dgm:prSet presAssocID="{FC71D881-7BE8-41E2-B686-72E46A4761F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02648C4-9DBC-4647-841F-99FD99517E54}" type="pres">
      <dgm:prSet presAssocID="{1DE247D7-CA55-4F38-82DC-B70B93A315EF}" presName="spacer" presStyleCnt="0"/>
      <dgm:spPr/>
    </dgm:pt>
    <dgm:pt modelId="{B33426DE-862D-4286-8140-B924FD4DF1AC}" type="pres">
      <dgm:prSet presAssocID="{B1158C94-22D7-49A2-AF99-41620DEC9D99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642E5DE2-8983-4633-A6C2-ADEAAEC47B03}" type="pres">
      <dgm:prSet presAssocID="{1A47A42B-43D0-4CE0-A90C-B7C513153D4C}" presName="spacer" presStyleCnt="0"/>
      <dgm:spPr/>
    </dgm:pt>
    <dgm:pt modelId="{06B3903F-942D-4484-9146-DAB86BF1F1F0}" type="pres">
      <dgm:prSet presAssocID="{E59CD1C4-E016-449F-8F26-80816F1F911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5BA371B-E7DC-412D-88DE-83D3678E5C4B}" type="pres">
      <dgm:prSet presAssocID="{8C8A77C7-3C9F-4AA4-9084-BFB41C771B01}" presName="spacer" presStyleCnt="0"/>
      <dgm:spPr/>
    </dgm:pt>
    <dgm:pt modelId="{EFD73D3F-8972-4C83-B47D-D66E35BF4CFE}" type="pres">
      <dgm:prSet presAssocID="{727FE741-47E1-4927-B8E0-A521CA47CFF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F57AE73-DF94-454C-91D3-03BDEDB9971A}" type="pres">
      <dgm:prSet presAssocID="{E2DD5349-5FBD-41CC-928F-B0D476BF15F4}" presName="spacer" presStyleCnt="0"/>
      <dgm:spPr/>
    </dgm:pt>
    <dgm:pt modelId="{8181B2C5-7693-4FC7-9897-AFFCB7CEC9B1}" type="pres">
      <dgm:prSet presAssocID="{0F32ACF9-AC12-4CC6-99F3-1C5B17E1D5D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E6E4D96-2C6F-469B-8D9D-28FACD29595C}" type="pres">
      <dgm:prSet presAssocID="{73B312B7-E04F-4406-98FF-4A2BFF7DCE9A}" presName="spacer" presStyleCnt="0"/>
      <dgm:spPr/>
    </dgm:pt>
    <dgm:pt modelId="{C28BB6D7-3D6F-45BC-8A80-A12587BDDFDB}" type="pres">
      <dgm:prSet presAssocID="{D6500928-49ED-4623-9F36-626B56A373B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0DFA1BD5-2A96-4DEA-92D9-AE0276DA4339}" type="pres">
      <dgm:prSet presAssocID="{7A6A135E-2DB2-4F66-AB2E-CFE3C3278DDD}" presName="spacer" presStyleCnt="0"/>
      <dgm:spPr/>
    </dgm:pt>
    <dgm:pt modelId="{59879644-1785-45AE-B7FB-AE59A7BAC25A}" type="pres">
      <dgm:prSet presAssocID="{FFEE1AB8-27F4-40AC-B183-8915F0AE6D7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B83E4005-DA91-4C7F-9035-7FEB1815E917}" type="presOf" srcId="{B1158C94-22D7-49A2-AF99-41620DEC9D99}" destId="{B33426DE-862D-4286-8140-B924FD4DF1AC}" srcOrd="0" destOrd="0" presId="urn:microsoft.com/office/officeart/2005/8/layout/vList2"/>
    <dgm:cxn modelId="{5FD1030A-4D8B-436A-8BA7-EF8B2B0ACAA8}" srcId="{3055FD26-E9D5-4F46-9679-9B1849796D51}" destId="{0F32ACF9-AC12-4CC6-99F3-1C5B17E1D5D6}" srcOrd="4" destOrd="0" parTransId="{1AF70AB7-F158-4F3A-83C4-D18FBC5DBCEB}" sibTransId="{73B312B7-E04F-4406-98FF-4A2BFF7DCE9A}"/>
    <dgm:cxn modelId="{EBCD021B-FB21-4DF7-8983-A0F50B208E80}" srcId="{3055FD26-E9D5-4F46-9679-9B1849796D51}" destId="{FFEE1AB8-27F4-40AC-B183-8915F0AE6D73}" srcOrd="6" destOrd="0" parTransId="{48EE37A4-CC67-41DE-8224-910A87D9C4CD}" sibTransId="{04DB42A7-2A59-4AAC-8C93-5EDE33C77C2E}"/>
    <dgm:cxn modelId="{27B2791B-CDCC-430C-BD0B-D5DA48308AEF}" type="presOf" srcId="{3055FD26-E9D5-4F46-9679-9B1849796D51}" destId="{541621CA-A562-4BE5-AD45-A784468FF720}" srcOrd="0" destOrd="0" presId="urn:microsoft.com/office/officeart/2005/8/layout/vList2"/>
    <dgm:cxn modelId="{0103322C-6816-4481-9488-C280840FA269}" srcId="{3055FD26-E9D5-4F46-9679-9B1849796D51}" destId="{FC71D881-7BE8-41E2-B686-72E46A4761FB}" srcOrd="0" destOrd="0" parTransId="{FE366D7F-B59E-4784-B042-A9C1856940CB}" sibTransId="{1DE247D7-CA55-4F38-82DC-B70B93A315EF}"/>
    <dgm:cxn modelId="{8C28E145-ABD8-4E79-B992-377E94D8BE60}" srcId="{3055FD26-E9D5-4F46-9679-9B1849796D51}" destId="{E59CD1C4-E016-449F-8F26-80816F1F9110}" srcOrd="2" destOrd="0" parTransId="{8A129D43-077D-44EE-A772-ADF0120B60CC}" sibTransId="{8C8A77C7-3C9F-4AA4-9084-BFB41C771B01}"/>
    <dgm:cxn modelId="{3139B74B-A95C-4AFF-8882-833525092529}" type="presOf" srcId="{727FE741-47E1-4927-B8E0-A521CA47CFFA}" destId="{EFD73D3F-8972-4C83-B47D-D66E35BF4CFE}" srcOrd="0" destOrd="0" presId="urn:microsoft.com/office/officeart/2005/8/layout/vList2"/>
    <dgm:cxn modelId="{C7E2CB84-B762-466C-B0D5-524FFC1FECAA}" srcId="{3055FD26-E9D5-4F46-9679-9B1849796D51}" destId="{D6500928-49ED-4623-9F36-626B56A373B5}" srcOrd="5" destOrd="0" parTransId="{EAB98E41-9676-4306-AED1-8A3C827D2FA6}" sibTransId="{7A6A135E-2DB2-4F66-AB2E-CFE3C3278DDD}"/>
    <dgm:cxn modelId="{C33E9797-7E1B-484C-B38C-6B65AD027847}" type="presOf" srcId="{FFEE1AB8-27F4-40AC-B183-8915F0AE6D73}" destId="{59879644-1785-45AE-B7FB-AE59A7BAC25A}" srcOrd="0" destOrd="0" presId="urn:microsoft.com/office/officeart/2005/8/layout/vList2"/>
    <dgm:cxn modelId="{3A7D58A5-35FE-4BE8-9282-801B75F1EF1A}" srcId="{3055FD26-E9D5-4F46-9679-9B1849796D51}" destId="{727FE741-47E1-4927-B8E0-A521CA47CFFA}" srcOrd="3" destOrd="0" parTransId="{8B74ABDA-FD81-4070-AF5D-AE59BF2C3D1D}" sibTransId="{E2DD5349-5FBD-41CC-928F-B0D476BF15F4}"/>
    <dgm:cxn modelId="{063F6FA9-54F9-4806-B1ED-243F8C5B1B77}" type="presOf" srcId="{0F32ACF9-AC12-4CC6-99F3-1C5B17E1D5D6}" destId="{8181B2C5-7693-4FC7-9897-AFFCB7CEC9B1}" srcOrd="0" destOrd="0" presId="urn:microsoft.com/office/officeart/2005/8/layout/vList2"/>
    <dgm:cxn modelId="{7F8D0DAC-2822-47C0-A733-95E8457BC3A4}" type="presOf" srcId="{FC71D881-7BE8-41E2-B686-72E46A4761FB}" destId="{D1785A6C-901E-49F5-96B7-5DD540E62C4B}" srcOrd="0" destOrd="0" presId="urn:microsoft.com/office/officeart/2005/8/layout/vList2"/>
    <dgm:cxn modelId="{4E7FC7B7-F181-457C-9A66-CB7E29194F3E}" type="presOf" srcId="{E59CD1C4-E016-449F-8F26-80816F1F9110}" destId="{06B3903F-942D-4484-9146-DAB86BF1F1F0}" srcOrd="0" destOrd="0" presId="urn:microsoft.com/office/officeart/2005/8/layout/vList2"/>
    <dgm:cxn modelId="{03A69EC0-303A-4FDD-ABB5-CA2E9944EE66}" srcId="{3055FD26-E9D5-4F46-9679-9B1849796D51}" destId="{B1158C94-22D7-49A2-AF99-41620DEC9D99}" srcOrd="1" destOrd="0" parTransId="{AE5ABEFC-C09A-46C6-A171-673F0C66DF11}" sibTransId="{1A47A42B-43D0-4CE0-A90C-B7C513153D4C}"/>
    <dgm:cxn modelId="{000B43E6-90F7-46E7-938C-6668D8905542}" type="presOf" srcId="{D6500928-49ED-4623-9F36-626B56A373B5}" destId="{C28BB6D7-3D6F-45BC-8A80-A12587BDDFDB}" srcOrd="0" destOrd="0" presId="urn:microsoft.com/office/officeart/2005/8/layout/vList2"/>
    <dgm:cxn modelId="{5E780CF1-33D6-4858-B06F-01F94798CA67}" type="presParOf" srcId="{541621CA-A562-4BE5-AD45-A784468FF720}" destId="{D1785A6C-901E-49F5-96B7-5DD540E62C4B}" srcOrd="0" destOrd="0" presId="urn:microsoft.com/office/officeart/2005/8/layout/vList2"/>
    <dgm:cxn modelId="{5A50D768-A908-4E62-8B8C-F55CEB2C2BC7}" type="presParOf" srcId="{541621CA-A562-4BE5-AD45-A784468FF720}" destId="{802648C4-9DBC-4647-841F-99FD99517E54}" srcOrd="1" destOrd="0" presId="urn:microsoft.com/office/officeart/2005/8/layout/vList2"/>
    <dgm:cxn modelId="{7D7DC091-C295-4127-81A4-0705B6185026}" type="presParOf" srcId="{541621CA-A562-4BE5-AD45-A784468FF720}" destId="{B33426DE-862D-4286-8140-B924FD4DF1AC}" srcOrd="2" destOrd="0" presId="urn:microsoft.com/office/officeart/2005/8/layout/vList2"/>
    <dgm:cxn modelId="{77B8F7FD-1304-4D6B-848A-F2587631AB2E}" type="presParOf" srcId="{541621CA-A562-4BE5-AD45-A784468FF720}" destId="{642E5DE2-8983-4633-A6C2-ADEAAEC47B03}" srcOrd="3" destOrd="0" presId="urn:microsoft.com/office/officeart/2005/8/layout/vList2"/>
    <dgm:cxn modelId="{36C0D909-72D5-4611-B621-843DA4D67E0E}" type="presParOf" srcId="{541621CA-A562-4BE5-AD45-A784468FF720}" destId="{06B3903F-942D-4484-9146-DAB86BF1F1F0}" srcOrd="4" destOrd="0" presId="urn:microsoft.com/office/officeart/2005/8/layout/vList2"/>
    <dgm:cxn modelId="{08A24378-8788-4CDB-B49A-1A907E39CDF7}" type="presParOf" srcId="{541621CA-A562-4BE5-AD45-A784468FF720}" destId="{95BA371B-E7DC-412D-88DE-83D3678E5C4B}" srcOrd="5" destOrd="0" presId="urn:microsoft.com/office/officeart/2005/8/layout/vList2"/>
    <dgm:cxn modelId="{B2433009-B0AF-411C-B5EB-103F89C9A657}" type="presParOf" srcId="{541621CA-A562-4BE5-AD45-A784468FF720}" destId="{EFD73D3F-8972-4C83-B47D-D66E35BF4CFE}" srcOrd="6" destOrd="0" presId="urn:microsoft.com/office/officeart/2005/8/layout/vList2"/>
    <dgm:cxn modelId="{9909811B-B414-44A3-AB3C-AB55027321D2}" type="presParOf" srcId="{541621CA-A562-4BE5-AD45-A784468FF720}" destId="{CF57AE73-DF94-454C-91D3-03BDEDB9971A}" srcOrd="7" destOrd="0" presId="urn:microsoft.com/office/officeart/2005/8/layout/vList2"/>
    <dgm:cxn modelId="{07B8F5D9-041D-4601-A951-A6B33BEC0D6F}" type="presParOf" srcId="{541621CA-A562-4BE5-AD45-A784468FF720}" destId="{8181B2C5-7693-4FC7-9897-AFFCB7CEC9B1}" srcOrd="8" destOrd="0" presId="urn:microsoft.com/office/officeart/2005/8/layout/vList2"/>
    <dgm:cxn modelId="{EF21F55A-CC30-4FB3-AD57-AF9D9FF9E462}" type="presParOf" srcId="{541621CA-A562-4BE5-AD45-A784468FF720}" destId="{FE6E4D96-2C6F-469B-8D9D-28FACD29595C}" srcOrd="9" destOrd="0" presId="urn:microsoft.com/office/officeart/2005/8/layout/vList2"/>
    <dgm:cxn modelId="{3A89C24D-264B-43FF-BB00-2357C242ED44}" type="presParOf" srcId="{541621CA-A562-4BE5-AD45-A784468FF720}" destId="{C28BB6D7-3D6F-45BC-8A80-A12587BDDFDB}" srcOrd="10" destOrd="0" presId="urn:microsoft.com/office/officeart/2005/8/layout/vList2"/>
    <dgm:cxn modelId="{D3A00FDD-4406-41BD-AB07-E2175948174C}" type="presParOf" srcId="{541621CA-A562-4BE5-AD45-A784468FF720}" destId="{0DFA1BD5-2A96-4DEA-92D9-AE0276DA4339}" srcOrd="11" destOrd="0" presId="urn:microsoft.com/office/officeart/2005/8/layout/vList2"/>
    <dgm:cxn modelId="{381C2CDC-B43A-4A49-8FC0-B1B09D140399}" type="presParOf" srcId="{541621CA-A562-4BE5-AD45-A784468FF720}" destId="{59879644-1785-45AE-B7FB-AE59A7BAC25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D6A904-E193-4CF4-8C9E-EC33EDD3CD3C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CD5E06-AAE2-4A9D-8EA4-2E4F35ECB4A3}">
      <dgm:prSet/>
      <dgm:spPr/>
      <dgm:t>
        <a:bodyPr/>
        <a:lstStyle/>
        <a:p>
          <a:r>
            <a:rPr lang="fr-CH" b="1"/>
            <a:t>Test-Connection</a:t>
          </a:r>
          <a:r>
            <a:rPr lang="fr-CH"/>
            <a:t> : Envoie un paquet ICMP (Ping) vers l'IP cible.</a:t>
          </a:r>
          <a:endParaRPr lang="en-US"/>
        </a:p>
      </dgm:t>
    </dgm:pt>
    <dgm:pt modelId="{B703EF9A-C2A4-48F8-A52C-7E84EE951BEA}" type="parTrans" cxnId="{66B59357-5025-4E62-AE7B-4707BBAF0629}">
      <dgm:prSet/>
      <dgm:spPr/>
      <dgm:t>
        <a:bodyPr/>
        <a:lstStyle/>
        <a:p>
          <a:endParaRPr lang="en-US"/>
        </a:p>
      </dgm:t>
    </dgm:pt>
    <dgm:pt modelId="{1278D8CC-4BE2-41FD-AADB-5CDB46282AE6}" type="sibTrans" cxnId="{66B59357-5025-4E62-AE7B-4707BBAF0629}">
      <dgm:prSet/>
      <dgm:spPr/>
      <dgm:t>
        <a:bodyPr/>
        <a:lstStyle/>
        <a:p>
          <a:endParaRPr lang="en-US"/>
        </a:p>
      </dgm:t>
    </dgm:pt>
    <dgm:pt modelId="{2FC70C44-CCCD-4273-BE70-0F7DA92F74C9}">
      <dgm:prSet/>
      <dgm:spPr/>
      <dgm:t>
        <a:bodyPr/>
        <a:lstStyle/>
        <a:p>
          <a:r>
            <a:rPr lang="fr-CH" b="1"/>
            <a:t>-Count 1</a:t>
          </a:r>
          <a:r>
            <a:rPr lang="fr-CH"/>
            <a:t> : Rapidité d'exécution (un seul essai suffit)</a:t>
          </a:r>
          <a:endParaRPr lang="en-US"/>
        </a:p>
      </dgm:t>
    </dgm:pt>
    <dgm:pt modelId="{9E6B2F7E-D153-4AFB-86BE-FA3B9A1AD39A}" type="parTrans" cxnId="{4AF0BC10-307E-4BA0-8F35-FC03075CB311}">
      <dgm:prSet/>
      <dgm:spPr/>
      <dgm:t>
        <a:bodyPr/>
        <a:lstStyle/>
        <a:p>
          <a:endParaRPr lang="en-US"/>
        </a:p>
      </dgm:t>
    </dgm:pt>
    <dgm:pt modelId="{C3BEEFB3-4035-4CBF-A9CD-A54ADD9EA48C}" type="sibTrans" cxnId="{4AF0BC10-307E-4BA0-8F35-FC03075CB311}">
      <dgm:prSet/>
      <dgm:spPr/>
      <dgm:t>
        <a:bodyPr/>
        <a:lstStyle/>
        <a:p>
          <a:endParaRPr lang="en-US"/>
        </a:p>
      </dgm:t>
    </dgm:pt>
    <dgm:pt modelId="{BD7678BE-E45B-4D7D-96AF-8C0E7848A6DD}">
      <dgm:prSet/>
      <dgm:spPr/>
      <dgm:t>
        <a:bodyPr/>
        <a:lstStyle/>
        <a:p>
          <a:r>
            <a:rPr lang="fr-CH" b="1"/>
            <a:t>-Quiet : </a:t>
          </a:r>
          <a:r>
            <a:rPr lang="fr-CH"/>
            <a:t>Retourne un  résultat booléen(True ou False)</a:t>
          </a:r>
          <a:endParaRPr lang="en-US"/>
        </a:p>
      </dgm:t>
    </dgm:pt>
    <dgm:pt modelId="{94227F77-9D80-49F0-ADD9-F2E9741BACD9}" type="parTrans" cxnId="{A1E30C61-76A2-4D76-8670-3114570609BC}">
      <dgm:prSet/>
      <dgm:spPr/>
      <dgm:t>
        <a:bodyPr/>
        <a:lstStyle/>
        <a:p>
          <a:endParaRPr lang="en-US"/>
        </a:p>
      </dgm:t>
    </dgm:pt>
    <dgm:pt modelId="{3068A2BB-FFBC-4CFD-BFF6-AB10B8809D7E}" type="sibTrans" cxnId="{A1E30C61-76A2-4D76-8670-3114570609BC}">
      <dgm:prSet/>
      <dgm:spPr/>
      <dgm:t>
        <a:bodyPr/>
        <a:lstStyle/>
        <a:p>
          <a:endParaRPr lang="en-US"/>
        </a:p>
      </dgm:t>
    </dgm:pt>
    <dgm:pt modelId="{9CD978B5-E9C6-4A99-998A-8B595FFFC4A8}" type="pres">
      <dgm:prSet presAssocID="{5AD6A904-E193-4CF4-8C9E-EC33EDD3CD3C}" presName="linear" presStyleCnt="0">
        <dgm:presLayoutVars>
          <dgm:animLvl val="lvl"/>
          <dgm:resizeHandles val="exact"/>
        </dgm:presLayoutVars>
      </dgm:prSet>
      <dgm:spPr/>
    </dgm:pt>
    <dgm:pt modelId="{7614A6FA-C08F-4AC9-B7F1-BE9D5A559E23}" type="pres">
      <dgm:prSet presAssocID="{5FCD5E06-AAE2-4A9D-8EA4-2E4F35ECB4A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40C8C8F-0113-42BA-97DC-6688CDC09126}" type="pres">
      <dgm:prSet presAssocID="{1278D8CC-4BE2-41FD-AADB-5CDB46282AE6}" presName="spacer" presStyleCnt="0"/>
      <dgm:spPr/>
    </dgm:pt>
    <dgm:pt modelId="{45ADC46B-A627-4A7F-B2FE-52F1DEB4CFA1}" type="pres">
      <dgm:prSet presAssocID="{2FC70C44-CCCD-4273-BE70-0F7DA92F74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7E17682-437C-4A51-9F52-3F900FD7028E}" type="pres">
      <dgm:prSet presAssocID="{C3BEEFB3-4035-4CBF-A9CD-A54ADD9EA48C}" presName="spacer" presStyleCnt="0"/>
      <dgm:spPr/>
    </dgm:pt>
    <dgm:pt modelId="{C5463234-2621-4780-BAC1-AE6A9A97A4BA}" type="pres">
      <dgm:prSet presAssocID="{BD7678BE-E45B-4D7D-96AF-8C0E7848A6D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AF0BC10-307E-4BA0-8F35-FC03075CB311}" srcId="{5AD6A904-E193-4CF4-8C9E-EC33EDD3CD3C}" destId="{2FC70C44-CCCD-4273-BE70-0F7DA92F74C9}" srcOrd="1" destOrd="0" parTransId="{9E6B2F7E-D153-4AFB-86BE-FA3B9A1AD39A}" sibTransId="{C3BEEFB3-4035-4CBF-A9CD-A54ADD9EA48C}"/>
    <dgm:cxn modelId="{A1E30C61-76A2-4D76-8670-3114570609BC}" srcId="{5AD6A904-E193-4CF4-8C9E-EC33EDD3CD3C}" destId="{BD7678BE-E45B-4D7D-96AF-8C0E7848A6DD}" srcOrd="2" destOrd="0" parTransId="{94227F77-9D80-49F0-ADD9-F2E9741BACD9}" sibTransId="{3068A2BB-FFBC-4CFD-BFF6-AB10B8809D7E}"/>
    <dgm:cxn modelId="{F785D66B-14C5-432A-BB52-443F9F3AB76F}" type="presOf" srcId="{2FC70C44-CCCD-4273-BE70-0F7DA92F74C9}" destId="{45ADC46B-A627-4A7F-B2FE-52F1DEB4CFA1}" srcOrd="0" destOrd="0" presId="urn:microsoft.com/office/officeart/2005/8/layout/vList2"/>
    <dgm:cxn modelId="{66B59357-5025-4E62-AE7B-4707BBAF0629}" srcId="{5AD6A904-E193-4CF4-8C9E-EC33EDD3CD3C}" destId="{5FCD5E06-AAE2-4A9D-8EA4-2E4F35ECB4A3}" srcOrd="0" destOrd="0" parTransId="{B703EF9A-C2A4-48F8-A52C-7E84EE951BEA}" sibTransId="{1278D8CC-4BE2-41FD-AADB-5CDB46282AE6}"/>
    <dgm:cxn modelId="{9517539C-74A7-405C-B0E9-D36AE41FFB87}" type="presOf" srcId="{5AD6A904-E193-4CF4-8C9E-EC33EDD3CD3C}" destId="{9CD978B5-E9C6-4A99-998A-8B595FFFC4A8}" srcOrd="0" destOrd="0" presId="urn:microsoft.com/office/officeart/2005/8/layout/vList2"/>
    <dgm:cxn modelId="{CA951BDF-EFA5-48D4-8B0E-22BD4FBD2158}" type="presOf" srcId="{5FCD5E06-AAE2-4A9D-8EA4-2E4F35ECB4A3}" destId="{7614A6FA-C08F-4AC9-B7F1-BE9D5A559E23}" srcOrd="0" destOrd="0" presId="urn:microsoft.com/office/officeart/2005/8/layout/vList2"/>
    <dgm:cxn modelId="{25C95EEE-FCEB-4BEF-B6CF-5D8A8E0166E1}" type="presOf" srcId="{BD7678BE-E45B-4D7D-96AF-8C0E7848A6DD}" destId="{C5463234-2621-4780-BAC1-AE6A9A97A4BA}" srcOrd="0" destOrd="0" presId="urn:microsoft.com/office/officeart/2005/8/layout/vList2"/>
    <dgm:cxn modelId="{A3A6C911-AAAD-4AFB-BFE2-52BD1214330E}" type="presParOf" srcId="{9CD978B5-E9C6-4A99-998A-8B595FFFC4A8}" destId="{7614A6FA-C08F-4AC9-B7F1-BE9D5A559E23}" srcOrd="0" destOrd="0" presId="urn:microsoft.com/office/officeart/2005/8/layout/vList2"/>
    <dgm:cxn modelId="{2487B640-7C1E-4A11-9124-8D9DD4C2CC0D}" type="presParOf" srcId="{9CD978B5-E9C6-4A99-998A-8B595FFFC4A8}" destId="{940C8C8F-0113-42BA-97DC-6688CDC09126}" srcOrd="1" destOrd="0" presId="urn:microsoft.com/office/officeart/2005/8/layout/vList2"/>
    <dgm:cxn modelId="{B8C708FB-94F3-4C89-A291-19589A8436B1}" type="presParOf" srcId="{9CD978B5-E9C6-4A99-998A-8B595FFFC4A8}" destId="{45ADC46B-A627-4A7F-B2FE-52F1DEB4CFA1}" srcOrd="2" destOrd="0" presId="urn:microsoft.com/office/officeart/2005/8/layout/vList2"/>
    <dgm:cxn modelId="{F45ECED2-9BBA-4353-B256-1D84EFE45186}" type="presParOf" srcId="{9CD978B5-E9C6-4A99-998A-8B595FFFC4A8}" destId="{A7E17682-437C-4A51-9F52-3F900FD7028E}" srcOrd="3" destOrd="0" presId="urn:microsoft.com/office/officeart/2005/8/layout/vList2"/>
    <dgm:cxn modelId="{386F43FF-7828-446D-B181-CDEAAC515336}" type="presParOf" srcId="{9CD978B5-E9C6-4A99-998A-8B595FFFC4A8}" destId="{C5463234-2621-4780-BAC1-AE6A9A97A4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0DFF44-3BA2-4361-8789-D50F60F06C6A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73264BB-AAC7-41A9-A3E8-B2450E8B2DDF}">
      <dgm:prSet/>
      <dgm:spPr/>
      <dgm:t>
        <a:bodyPr/>
        <a:lstStyle/>
        <a:p>
          <a:r>
            <a:rPr lang="fr-CH" dirty="0"/>
            <a:t>Créer un script PowerShell permettant de vérifier si un ordinateur est accessible sur le réseau.</a:t>
          </a:r>
          <a:endParaRPr lang="en-US" dirty="0"/>
        </a:p>
      </dgm:t>
    </dgm:pt>
    <dgm:pt modelId="{3457E2AC-AA42-49DA-9150-BAF1A3308207}" type="parTrans" cxnId="{9F812A8F-1D07-40AE-9269-4556F0F7041C}">
      <dgm:prSet/>
      <dgm:spPr/>
      <dgm:t>
        <a:bodyPr/>
        <a:lstStyle/>
        <a:p>
          <a:endParaRPr lang="en-US"/>
        </a:p>
      </dgm:t>
    </dgm:pt>
    <dgm:pt modelId="{384A72C5-87D8-446E-94E8-6FAE506BD658}" type="sibTrans" cxnId="{9F812A8F-1D07-40AE-9269-4556F0F7041C}">
      <dgm:prSet/>
      <dgm:spPr/>
      <dgm:t>
        <a:bodyPr/>
        <a:lstStyle/>
        <a:p>
          <a:endParaRPr lang="en-US"/>
        </a:p>
      </dgm:t>
    </dgm:pt>
    <dgm:pt modelId="{7FAEBF57-B761-48D1-8D5B-822689AB6AD3}">
      <dgm:prSet/>
      <dgm:spPr/>
      <dgm:t>
        <a:bodyPr/>
        <a:lstStyle/>
        <a:p>
          <a:r>
            <a:rPr lang="fr-CH" dirty="0"/>
            <a:t>1. Utiliser la commande Test-Connection.</a:t>
          </a:r>
          <a:endParaRPr lang="en-US" dirty="0"/>
        </a:p>
      </dgm:t>
    </dgm:pt>
    <dgm:pt modelId="{D2160F0C-149B-4BAD-ABE0-F1CA6C80B369}" type="parTrans" cxnId="{5F3C6BCC-24C3-435E-A557-B21A1E41F543}">
      <dgm:prSet/>
      <dgm:spPr/>
      <dgm:t>
        <a:bodyPr/>
        <a:lstStyle/>
        <a:p>
          <a:endParaRPr lang="en-US"/>
        </a:p>
      </dgm:t>
    </dgm:pt>
    <dgm:pt modelId="{109812BC-9788-4690-8629-CE8F7E9C9ED0}" type="sibTrans" cxnId="{5F3C6BCC-24C3-435E-A557-B21A1E41F543}">
      <dgm:prSet/>
      <dgm:spPr/>
      <dgm:t>
        <a:bodyPr/>
        <a:lstStyle/>
        <a:p>
          <a:endParaRPr lang="en-US"/>
        </a:p>
      </dgm:t>
    </dgm:pt>
    <dgm:pt modelId="{820AAB81-AE05-4890-9B6C-EEF51D45A731}">
      <dgm:prSet/>
      <dgm:spPr/>
      <dgm:t>
        <a:bodyPr/>
        <a:lstStyle/>
        <a:p>
          <a:r>
            <a:rPr lang="fr-CH" dirty="0"/>
            <a:t>2. Limiter le test à un seul ping avec -Count 1</a:t>
          </a:r>
          <a:endParaRPr lang="en-US" dirty="0"/>
        </a:p>
      </dgm:t>
    </dgm:pt>
    <dgm:pt modelId="{D3B11C79-0B3F-4552-84EC-01808B450BA9}" type="parTrans" cxnId="{ABCBEEC4-F7D6-4E5A-AC75-14DF52A0BE09}">
      <dgm:prSet/>
      <dgm:spPr/>
      <dgm:t>
        <a:bodyPr/>
        <a:lstStyle/>
        <a:p>
          <a:endParaRPr lang="en-US"/>
        </a:p>
      </dgm:t>
    </dgm:pt>
    <dgm:pt modelId="{23B7E353-2909-4095-8417-6D32949D4F83}" type="sibTrans" cxnId="{ABCBEEC4-F7D6-4E5A-AC75-14DF52A0BE09}">
      <dgm:prSet/>
      <dgm:spPr/>
      <dgm:t>
        <a:bodyPr/>
        <a:lstStyle/>
        <a:p>
          <a:endParaRPr lang="en-US"/>
        </a:p>
      </dgm:t>
    </dgm:pt>
    <dgm:pt modelId="{A7FBDC4F-7CEE-4561-B176-32BBC9F51763}">
      <dgm:prSet/>
      <dgm:spPr/>
      <dgm:t>
        <a:bodyPr/>
        <a:lstStyle/>
        <a:p>
          <a:r>
            <a:rPr lang="fr-CH" dirty="0"/>
            <a:t>3. Utiliser l’option -Quiet pour obtenir un résultat (</a:t>
          </a:r>
          <a:r>
            <a:rPr lang="fr-CH" dirty="0" err="1"/>
            <a:t>True</a:t>
          </a:r>
          <a:r>
            <a:rPr lang="fr-CH" dirty="0"/>
            <a:t> ou False).</a:t>
          </a:r>
          <a:endParaRPr lang="en-US" dirty="0"/>
        </a:p>
      </dgm:t>
    </dgm:pt>
    <dgm:pt modelId="{56875B2B-5D8B-4514-A2DA-3CCCFD7126C3}" type="parTrans" cxnId="{43EBF035-CB27-4348-8CB0-38E4B52B5BA7}">
      <dgm:prSet/>
      <dgm:spPr/>
      <dgm:t>
        <a:bodyPr/>
        <a:lstStyle/>
        <a:p>
          <a:endParaRPr lang="en-US"/>
        </a:p>
      </dgm:t>
    </dgm:pt>
    <dgm:pt modelId="{D9466A49-766D-4905-8C0E-2A8629174437}" type="sibTrans" cxnId="{43EBF035-CB27-4348-8CB0-38E4B52B5BA7}">
      <dgm:prSet/>
      <dgm:spPr/>
      <dgm:t>
        <a:bodyPr/>
        <a:lstStyle/>
        <a:p>
          <a:endParaRPr lang="en-US"/>
        </a:p>
      </dgm:t>
    </dgm:pt>
    <dgm:pt modelId="{0F6F1714-F038-425E-92C9-E49317F3167D}">
      <dgm:prSet/>
      <dgm:spPr/>
      <dgm:t>
        <a:bodyPr/>
        <a:lstStyle/>
        <a:p>
          <a:r>
            <a:rPr lang="fr-CH" dirty="0"/>
            <a:t>4. Utiliser une condition if / </a:t>
          </a:r>
          <a:r>
            <a:rPr lang="fr-CH" dirty="0" err="1"/>
            <a:t>else</a:t>
          </a:r>
          <a:r>
            <a:rPr lang="fr-CH" dirty="0"/>
            <a:t> pour afficher un message :</a:t>
          </a:r>
          <a:endParaRPr lang="en-US" dirty="0"/>
        </a:p>
      </dgm:t>
    </dgm:pt>
    <dgm:pt modelId="{370D71C6-D66A-404E-97F2-07E016609889}" type="parTrans" cxnId="{3A74B4F9-93BF-4FF4-AF17-AFFDB2753372}">
      <dgm:prSet/>
      <dgm:spPr/>
      <dgm:t>
        <a:bodyPr/>
        <a:lstStyle/>
        <a:p>
          <a:endParaRPr lang="en-US"/>
        </a:p>
      </dgm:t>
    </dgm:pt>
    <dgm:pt modelId="{88FE3966-B05B-4BE3-A99F-EF435106EC6E}" type="sibTrans" cxnId="{3A74B4F9-93BF-4FF4-AF17-AFFDB2753372}">
      <dgm:prSet/>
      <dgm:spPr/>
      <dgm:t>
        <a:bodyPr/>
        <a:lstStyle/>
        <a:p>
          <a:endParaRPr lang="en-US"/>
        </a:p>
      </dgm:t>
    </dgm:pt>
    <dgm:pt modelId="{EA7E62FF-045A-4221-8BEB-AB8558EB7821}">
      <dgm:prSet/>
      <dgm:spPr/>
      <dgm:t>
        <a:bodyPr/>
        <a:lstStyle/>
        <a:p>
          <a:r>
            <a:rPr lang="fr-CH"/>
            <a:t>en </a:t>
          </a:r>
          <a:r>
            <a:rPr lang="fr-CH" b="1"/>
            <a:t>vert si le PC est accessible.</a:t>
          </a:r>
          <a:endParaRPr lang="en-US"/>
        </a:p>
      </dgm:t>
    </dgm:pt>
    <dgm:pt modelId="{5BA3E238-4E0F-4377-A7FA-3161ADE8DB6B}" type="parTrans" cxnId="{662FED0D-F05F-4A3F-918C-2C438E3C8B82}">
      <dgm:prSet/>
      <dgm:spPr/>
      <dgm:t>
        <a:bodyPr/>
        <a:lstStyle/>
        <a:p>
          <a:endParaRPr lang="en-US"/>
        </a:p>
      </dgm:t>
    </dgm:pt>
    <dgm:pt modelId="{CF2959F7-404B-4280-BA29-5BEED2742988}" type="sibTrans" cxnId="{662FED0D-F05F-4A3F-918C-2C438E3C8B82}">
      <dgm:prSet/>
      <dgm:spPr/>
      <dgm:t>
        <a:bodyPr/>
        <a:lstStyle/>
        <a:p>
          <a:endParaRPr lang="en-US"/>
        </a:p>
      </dgm:t>
    </dgm:pt>
    <dgm:pt modelId="{84404A23-DB8D-4A56-B9FD-52294F37165A}">
      <dgm:prSet/>
      <dgm:spPr/>
      <dgm:t>
        <a:bodyPr/>
        <a:lstStyle/>
        <a:p>
          <a:r>
            <a:rPr lang="fr-CH"/>
            <a:t>en </a:t>
          </a:r>
          <a:r>
            <a:rPr lang="fr-CH" b="1"/>
            <a:t>rouge si le PC ne répond pas</a:t>
          </a:r>
          <a:r>
            <a:rPr lang="fr-CH"/>
            <a:t>.</a:t>
          </a:r>
          <a:endParaRPr lang="en-US"/>
        </a:p>
      </dgm:t>
    </dgm:pt>
    <dgm:pt modelId="{0A62C252-EFE0-4864-9C8E-E5EAC613E7AC}" type="parTrans" cxnId="{AAEFDDA9-1861-45C9-A898-1BF1C169AC35}">
      <dgm:prSet/>
      <dgm:spPr/>
      <dgm:t>
        <a:bodyPr/>
        <a:lstStyle/>
        <a:p>
          <a:endParaRPr lang="en-US"/>
        </a:p>
      </dgm:t>
    </dgm:pt>
    <dgm:pt modelId="{0FFB08DD-8EC9-4942-B144-1D410B6FEC1A}" type="sibTrans" cxnId="{AAEFDDA9-1861-45C9-A898-1BF1C169AC35}">
      <dgm:prSet/>
      <dgm:spPr/>
      <dgm:t>
        <a:bodyPr/>
        <a:lstStyle/>
        <a:p>
          <a:endParaRPr lang="en-US"/>
        </a:p>
      </dgm:t>
    </dgm:pt>
    <dgm:pt modelId="{487942AE-0DCB-432F-AF07-89F5A0F56853}" type="pres">
      <dgm:prSet presAssocID="{ED0DFF44-3BA2-4361-8789-D50F60F06C6A}" presName="linear" presStyleCnt="0">
        <dgm:presLayoutVars>
          <dgm:animLvl val="lvl"/>
          <dgm:resizeHandles val="exact"/>
        </dgm:presLayoutVars>
      </dgm:prSet>
      <dgm:spPr/>
    </dgm:pt>
    <dgm:pt modelId="{6AC671A9-D8DE-428A-8C0A-10AF5CAFF243}" type="pres">
      <dgm:prSet presAssocID="{B73264BB-AAC7-41A9-A3E8-B2450E8B2DDF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FD565EC-D224-477A-9204-A8CF2CF0E461}" type="pres">
      <dgm:prSet presAssocID="{384A72C5-87D8-446E-94E8-6FAE506BD658}" presName="spacer" presStyleCnt="0"/>
      <dgm:spPr/>
    </dgm:pt>
    <dgm:pt modelId="{198DE194-F27B-434D-88C0-58EDF1CD82F1}" type="pres">
      <dgm:prSet presAssocID="{7FAEBF57-B761-48D1-8D5B-822689AB6AD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6C6E22D-DC45-416A-826A-1B62B34A20F7}" type="pres">
      <dgm:prSet presAssocID="{109812BC-9788-4690-8629-CE8F7E9C9ED0}" presName="spacer" presStyleCnt="0"/>
      <dgm:spPr/>
    </dgm:pt>
    <dgm:pt modelId="{268AC9C4-685B-4F7A-8BE1-6AF4F4669F0D}" type="pres">
      <dgm:prSet presAssocID="{820AAB81-AE05-4890-9B6C-EEF51D45A73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0BD3092-F4E0-4B0F-945C-BCFED5958C68}" type="pres">
      <dgm:prSet presAssocID="{23B7E353-2909-4095-8417-6D32949D4F83}" presName="spacer" presStyleCnt="0"/>
      <dgm:spPr/>
    </dgm:pt>
    <dgm:pt modelId="{29BDA2C7-E63C-43E2-8D83-6D9B86C635FE}" type="pres">
      <dgm:prSet presAssocID="{A7FBDC4F-7CEE-4561-B176-32BBC9F5176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A1D1A29-4757-4A9F-B5A2-5E9C84E98220}" type="pres">
      <dgm:prSet presAssocID="{D9466A49-766D-4905-8C0E-2A8629174437}" presName="spacer" presStyleCnt="0"/>
      <dgm:spPr/>
    </dgm:pt>
    <dgm:pt modelId="{5F76BD71-45E4-4ABF-80F0-3D3F056886D4}" type="pres">
      <dgm:prSet presAssocID="{0F6F1714-F038-425E-92C9-E49317F3167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043158C-ED64-4442-978A-3DDC9D32E5C9}" type="pres">
      <dgm:prSet presAssocID="{88FE3966-B05B-4BE3-A99F-EF435106EC6E}" presName="spacer" presStyleCnt="0"/>
      <dgm:spPr/>
    </dgm:pt>
    <dgm:pt modelId="{D51F7686-40C9-45B3-9AC4-8190F18CF11B}" type="pres">
      <dgm:prSet presAssocID="{EA7E62FF-045A-4221-8BEB-AB8558EB782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C9111A6-080D-4664-AE08-689640AA7CCF}" type="pres">
      <dgm:prSet presAssocID="{CF2959F7-404B-4280-BA29-5BEED2742988}" presName="spacer" presStyleCnt="0"/>
      <dgm:spPr/>
    </dgm:pt>
    <dgm:pt modelId="{48CB5B78-3C9B-4EC9-8577-C08109644301}" type="pres">
      <dgm:prSet presAssocID="{84404A23-DB8D-4A56-B9FD-52294F37165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6525007-0CA5-4E49-8A6D-90F0D3713A12}" type="presOf" srcId="{ED0DFF44-3BA2-4361-8789-D50F60F06C6A}" destId="{487942AE-0DCB-432F-AF07-89F5A0F56853}" srcOrd="0" destOrd="0" presId="urn:microsoft.com/office/officeart/2005/8/layout/vList2"/>
    <dgm:cxn modelId="{662FED0D-F05F-4A3F-918C-2C438E3C8B82}" srcId="{ED0DFF44-3BA2-4361-8789-D50F60F06C6A}" destId="{EA7E62FF-045A-4221-8BEB-AB8558EB7821}" srcOrd="5" destOrd="0" parTransId="{5BA3E238-4E0F-4377-A7FA-3161ADE8DB6B}" sibTransId="{CF2959F7-404B-4280-BA29-5BEED2742988}"/>
    <dgm:cxn modelId="{43EBF035-CB27-4348-8CB0-38E4B52B5BA7}" srcId="{ED0DFF44-3BA2-4361-8789-D50F60F06C6A}" destId="{A7FBDC4F-7CEE-4561-B176-32BBC9F51763}" srcOrd="3" destOrd="0" parTransId="{56875B2B-5D8B-4514-A2DA-3CCCFD7126C3}" sibTransId="{D9466A49-766D-4905-8C0E-2A8629174437}"/>
    <dgm:cxn modelId="{EA844D3C-E196-4FCC-B40D-F6336608D2CA}" type="presOf" srcId="{A7FBDC4F-7CEE-4561-B176-32BBC9F51763}" destId="{29BDA2C7-E63C-43E2-8D83-6D9B86C635FE}" srcOrd="0" destOrd="0" presId="urn:microsoft.com/office/officeart/2005/8/layout/vList2"/>
    <dgm:cxn modelId="{73590F4E-3001-4E07-B387-7EEF32C69458}" type="presOf" srcId="{B73264BB-AAC7-41A9-A3E8-B2450E8B2DDF}" destId="{6AC671A9-D8DE-428A-8C0A-10AF5CAFF243}" srcOrd="0" destOrd="0" presId="urn:microsoft.com/office/officeart/2005/8/layout/vList2"/>
    <dgm:cxn modelId="{9F812A8F-1D07-40AE-9269-4556F0F7041C}" srcId="{ED0DFF44-3BA2-4361-8789-D50F60F06C6A}" destId="{B73264BB-AAC7-41A9-A3E8-B2450E8B2DDF}" srcOrd="0" destOrd="0" parTransId="{3457E2AC-AA42-49DA-9150-BAF1A3308207}" sibTransId="{384A72C5-87D8-446E-94E8-6FAE506BD658}"/>
    <dgm:cxn modelId="{AAEFDDA9-1861-45C9-A898-1BF1C169AC35}" srcId="{ED0DFF44-3BA2-4361-8789-D50F60F06C6A}" destId="{84404A23-DB8D-4A56-B9FD-52294F37165A}" srcOrd="6" destOrd="0" parTransId="{0A62C252-EFE0-4864-9C8E-E5EAC613E7AC}" sibTransId="{0FFB08DD-8EC9-4942-B144-1D410B6FEC1A}"/>
    <dgm:cxn modelId="{342394B1-B158-401D-853A-DECACD16CFC7}" type="presOf" srcId="{EA7E62FF-045A-4221-8BEB-AB8558EB7821}" destId="{D51F7686-40C9-45B3-9AC4-8190F18CF11B}" srcOrd="0" destOrd="0" presId="urn:microsoft.com/office/officeart/2005/8/layout/vList2"/>
    <dgm:cxn modelId="{F643A1B2-7DE1-4314-8A94-4395358BB1B4}" type="presOf" srcId="{84404A23-DB8D-4A56-B9FD-52294F37165A}" destId="{48CB5B78-3C9B-4EC9-8577-C08109644301}" srcOrd="0" destOrd="0" presId="urn:microsoft.com/office/officeart/2005/8/layout/vList2"/>
    <dgm:cxn modelId="{4162F2B4-0E7B-45B3-A064-64A75B9D83E2}" type="presOf" srcId="{7FAEBF57-B761-48D1-8D5B-822689AB6AD3}" destId="{198DE194-F27B-434D-88C0-58EDF1CD82F1}" srcOrd="0" destOrd="0" presId="urn:microsoft.com/office/officeart/2005/8/layout/vList2"/>
    <dgm:cxn modelId="{8E3F43C2-5FCA-4340-9998-F691016FEAA4}" type="presOf" srcId="{820AAB81-AE05-4890-9B6C-EEF51D45A731}" destId="{268AC9C4-685B-4F7A-8BE1-6AF4F4669F0D}" srcOrd="0" destOrd="0" presId="urn:microsoft.com/office/officeart/2005/8/layout/vList2"/>
    <dgm:cxn modelId="{ABCBEEC4-F7D6-4E5A-AC75-14DF52A0BE09}" srcId="{ED0DFF44-3BA2-4361-8789-D50F60F06C6A}" destId="{820AAB81-AE05-4890-9B6C-EEF51D45A731}" srcOrd="2" destOrd="0" parTransId="{D3B11C79-0B3F-4552-84EC-01808B450BA9}" sibTransId="{23B7E353-2909-4095-8417-6D32949D4F83}"/>
    <dgm:cxn modelId="{EA4948CB-EDE9-4486-BCBF-E893798D5E58}" type="presOf" srcId="{0F6F1714-F038-425E-92C9-E49317F3167D}" destId="{5F76BD71-45E4-4ABF-80F0-3D3F056886D4}" srcOrd="0" destOrd="0" presId="urn:microsoft.com/office/officeart/2005/8/layout/vList2"/>
    <dgm:cxn modelId="{5F3C6BCC-24C3-435E-A557-B21A1E41F543}" srcId="{ED0DFF44-3BA2-4361-8789-D50F60F06C6A}" destId="{7FAEBF57-B761-48D1-8D5B-822689AB6AD3}" srcOrd="1" destOrd="0" parTransId="{D2160F0C-149B-4BAD-ABE0-F1CA6C80B369}" sibTransId="{109812BC-9788-4690-8629-CE8F7E9C9ED0}"/>
    <dgm:cxn modelId="{3A74B4F9-93BF-4FF4-AF17-AFFDB2753372}" srcId="{ED0DFF44-3BA2-4361-8789-D50F60F06C6A}" destId="{0F6F1714-F038-425E-92C9-E49317F3167D}" srcOrd="4" destOrd="0" parTransId="{370D71C6-D66A-404E-97F2-07E016609889}" sibTransId="{88FE3966-B05B-4BE3-A99F-EF435106EC6E}"/>
    <dgm:cxn modelId="{9362F1E5-D953-41FD-A00C-C72038B79D45}" type="presParOf" srcId="{487942AE-0DCB-432F-AF07-89F5A0F56853}" destId="{6AC671A9-D8DE-428A-8C0A-10AF5CAFF243}" srcOrd="0" destOrd="0" presId="urn:microsoft.com/office/officeart/2005/8/layout/vList2"/>
    <dgm:cxn modelId="{E5E492D4-11A9-456E-81E9-85C3B5F3DD16}" type="presParOf" srcId="{487942AE-0DCB-432F-AF07-89F5A0F56853}" destId="{EFD565EC-D224-477A-9204-A8CF2CF0E461}" srcOrd="1" destOrd="0" presId="urn:microsoft.com/office/officeart/2005/8/layout/vList2"/>
    <dgm:cxn modelId="{8DF5E4A1-9342-466B-AAEE-8DDE3BC802CE}" type="presParOf" srcId="{487942AE-0DCB-432F-AF07-89F5A0F56853}" destId="{198DE194-F27B-434D-88C0-58EDF1CD82F1}" srcOrd="2" destOrd="0" presId="urn:microsoft.com/office/officeart/2005/8/layout/vList2"/>
    <dgm:cxn modelId="{ACD53242-52AA-43B2-BCFE-AB6A0C4D4017}" type="presParOf" srcId="{487942AE-0DCB-432F-AF07-89F5A0F56853}" destId="{C6C6E22D-DC45-416A-826A-1B62B34A20F7}" srcOrd="3" destOrd="0" presId="urn:microsoft.com/office/officeart/2005/8/layout/vList2"/>
    <dgm:cxn modelId="{226D36E9-3095-4A0A-B4D3-C7743FE6F33A}" type="presParOf" srcId="{487942AE-0DCB-432F-AF07-89F5A0F56853}" destId="{268AC9C4-685B-4F7A-8BE1-6AF4F4669F0D}" srcOrd="4" destOrd="0" presId="urn:microsoft.com/office/officeart/2005/8/layout/vList2"/>
    <dgm:cxn modelId="{B2C97A63-B326-42CC-B07A-D4A4BB00D994}" type="presParOf" srcId="{487942AE-0DCB-432F-AF07-89F5A0F56853}" destId="{F0BD3092-F4E0-4B0F-945C-BCFED5958C68}" srcOrd="5" destOrd="0" presId="urn:microsoft.com/office/officeart/2005/8/layout/vList2"/>
    <dgm:cxn modelId="{E2ED45B9-0E27-4CC0-80E1-70F0D6C02D3E}" type="presParOf" srcId="{487942AE-0DCB-432F-AF07-89F5A0F56853}" destId="{29BDA2C7-E63C-43E2-8D83-6D9B86C635FE}" srcOrd="6" destOrd="0" presId="urn:microsoft.com/office/officeart/2005/8/layout/vList2"/>
    <dgm:cxn modelId="{F07899A2-8F83-42DC-91C1-6714831677DF}" type="presParOf" srcId="{487942AE-0DCB-432F-AF07-89F5A0F56853}" destId="{5A1D1A29-4757-4A9F-B5A2-5E9C84E98220}" srcOrd="7" destOrd="0" presId="urn:microsoft.com/office/officeart/2005/8/layout/vList2"/>
    <dgm:cxn modelId="{6560C59D-9E32-479B-8AF7-6A18AD46A989}" type="presParOf" srcId="{487942AE-0DCB-432F-AF07-89F5A0F56853}" destId="{5F76BD71-45E4-4ABF-80F0-3D3F056886D4}" srcOrd="8" destOrd="0" presId="urn:microsoft.com/office/officeart/2005/8/layout/vList2"/>
    <dgm:cxn modelId="{A57BFE84-A80F-4119-BA40-98BA04479395}" type="presParOf" srcId="{487942AE-0DCB-432F-AF07-89F5A0F56853}" destId="{7043158C-ED64-4442-978A-3DDC9D32E5C9}" srcOrd="9" destOrd="0" presId="urn:microsoft.com/office/officeart/2005/8/layout/vList2"/>
    <dgm:cxn modelId="{F3612F53-7B49-44C5-B037-44CDADEA4484}" type="presParOf" srcId="{487942AE-0DCB-432F-AF07-89F5A0F56853}" destId="{D51F7686-40C9-45B3-9AC4-8190F18CF11B}" srcOrd="10" destOrd="0" presId="urn:microsoft.com/office/officeart/2005/8/layout/vList2"/>
    <dgm:cxn modelId="{07DD71C8-AECC-4798-9811-225232692A1A}" type="presParOf" srcId="{487942AE-0DCB-432F-AF07-89F5A0F56853}" destId="{AC9111A6-080D-4664-AE08-689640AA7CCF}" srcOrd="11" destOrd="0" presId="urn:microsoft.com/office/officeart/2005/8/layout/vList2"/>
    <dgm:cxn modelId="{BA7535BE-8C86-4FAC-93C9-326E29E12005}" type="presParOf" srcId="{487942AE-0DCB-432F-AF07-89F5A0F56853}" destId="{48CB5B78-3C9B-4EC9-8577-C0810964430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85A6C-901E-49F5-96B7-5DD540E62C4B}">
      <dsp:nvSpPr>
        <dsp:cNvPr id="0" name=""/>
        <dsp:cNvSpPr/>
      </dsp:nvSpPr>
      <dsp:spPr>
        <a:xfrm>
          <a:off x="0" y="93698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Analyse</a:t>
          </a:r>
          <a:endParaRPr lang="en-US" sz="2200" kern="1200"/>
        </a:p>
      </dsp:txBody>
      <dsp:txXfrm>
        <a:off x="26387" y="120085"/>
        <a:ext cx="10462826" cy="487766"/>
      </dsp:txXfrm>
    </dsp:sp>
    <dsp:sp modelId="{B33426DE-862D-4286-8140-B924FD4DF1AC}">
      <dsp:nvSpPr>
        <dsp:cNvPr id="0" name=""/>
        <dsp:cNvSpPr/>
      </dsp:nvSpPr>
      <dsp:spPr>
        <a:xfrm>
          <a:off x="0" y="697598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Diagramme de flux</a:t>
          </a:r>
          <a:endParaRPr lang="en-US" sz="2200" kern="1200"/>
        </a:p>
      </dsp:txBody>
      <dsp:txXfrm>
        <a:off x="26387" y="723985"/>
        <a:ext cx="10462826" cy="487766"/>
      </dsp:txXfrm>
    </dsp:sp>
    <dsp:sp modelId="{06B3903F-942D-4484-9146-DAB86BF1F1F0}">
      <dsp:nvSpPr>
        <dsp:cNvPr id="0" name=""/>
        <dsp:cNvSpPr/>
      </dsp:nvSpPr>
      <dsp:spPr>
        <a:xfrm>
          <a:off x="0" y="13014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Consigne de réalisation </a:t>
          </a:r>
          <a:endParaRPr lang="en-US" sz="2200" kern="1200"/>
        </a:p>
      </dsp:txBody>
      <dsp:txXfrm>
        <a:off x="26387" y="1327886"/>
        <a:ext cx="10462826" cy="487766"/>
      </dsp:txXfrm>
    </dsp:sp>
    <dsp:sp modelId="{EFD73D3F-8972-4C83-B47D-D66E35BF4CFE}">
      <dsp:nvSpPr>
        <dsp:cNvPr id="0" name=""/>
        <dsp:cNvSpPr/>
      </dsp:nvSpPr>
      <dsp:spPr>
        <a:xfrm>
          <a:off x="0" y="19053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Exercice code</a:t>
          </a:r>
          <a:endParaRPr lang="en-US" sz="2200" kern="1200"/>
        </a:p>
      </dsp:txBody>
      <dsp:txXfrm>
        <a:off x="26387" y="1931786"/>
        <a:ext cx="10462826" cy="487766"/>
      </dsp:txXfrm>
    </dsp:sp>
    <dsp:sp modelId="{8181B2C5-7693-4FC7-9897-AFFCB7CEC9B1}">
      <dsp:nvSpPr>
        <dsp:cNvPr id="0" name=""/>
        <dsp:cNvSpPr/>
      </dsp:nvSpPr>
      <dsp:spPr>
        <a:xfrm>
          <a:off x="0" y="25092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Explication du corrigé</a:t>
          </a:r>
          <a:endParaRPr lang="en-US" sz="2200" kern="1200"/>
        </a:p>
      </dsp:txBody>
      <dsp:txXfrm>
        <a:off x="26387" y="2535686"/>
        <a:ext cx="10462826" cy="487766"/>
      </dsp:txXfrm>
    </dsp:sp>
    <dsp:sp modelId="{C28BB6D7-3D6F-45BC-8A80-A12587BDDFDB}">
      <dsp:nvSpPr>
        <dsp:cNvPr id="0" name=""/>
        <dsp:cNvSpPr/>
      </dsp:nvSpPr>
      <dsp:spPr>
        <a:xfrm>
          <a:off x="0" y="31131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Conclusion</a:t>
          </a:r>
          <a:endParaRPr lang="en-US" sz="2200" kern="1200"/>
        </a:p>
      </dsp:txBody>
      <dsp:txXfrm>
        <a:off x="26387" y="3139586"/>
        <a:ext cx="10462826" cy="487766"/>
      </dsp:txXfrm>
    </dsp:sp>
    <dsp:sp modelId="{59879644-1785-45AE-B7FB-AE59A7BAC25A}">
      <dsp:nvSpPr>
        <dsp:cNvPr id="0" name=""/>
        <dsp:cNvSpPr/>
      </dsp:nvSpPr>
      <dsp:spPr>
        <a:xfrm>
          <a:off x="0" y="37170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200" kern="1200"/>
            <a:t>Sources</a:t>
          </a:r>
          <a:endParaRPr lang="en-US" sz="2200" kern="1200"/>
        </a:p>
      </dsp:txBody>
      <dsp:txXfrm>
        <a:off x="26387" y="3743486"/>
        <a:ext cx="10462826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4A6FA-C08F-4AC9-B7F1-BE9D5A559E23}">
      <dsp:nvSpPr>
        <dsp:cNvPr id="0" name=""/>
        <dsp:cNvSpPr/>
      </dsp:nvSpPr>
      <dsp:spPr>
        <a:xfrm>
          <a:off x="0" y="600259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3400" b="1" kern="1200"/>
            <a:t>Test-Connection</a:t>
          </a:r>
          <a:r>
            <a:rPr lang="fr-CH" sz="3400" kern="1200"/>
            <a:t> : Envoie un paquet ICMP (Ping) vers l'IP cible.</a:t>
          </a:r>
          <a:endParaRPr lang="en-US" sz="3400" kern="1200"/>
        </a:p>
      </dsp:txBody>
      <dsp:txXfrm>
        <a:off x="66025" y="666284"/>
        <a:ext cx="6534783" cy="1220470"/>
      </dsp:txXfrm>
    </dsp:sp>
    <dsp:sp modelId="{45ADC46B-A627-4A7F-B2FE-52F1DEB4CFA1}">
      <dsp:nvSpPr>
        <dsp:cNvPr id="0" name=""/>
        <dsp:cNvSpPr/>
      </dsp:nvSpPr>
      <dsp:spPr>
        <a:xfrm>
          <a:off x="0" y="2050699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3400" b="1" kern="1200"/>
            <a:t>-Count 1</a:t>
          </a:r>
          <a:r>
            <a:rPr lang="fr-CH" sz="3400" kern="1200"/>
            <a:t> : Rapidité d'exécution (un seul essai suffit)</a:t>
          </a:r>
          <a:endParaRPr lang="en-US" sz="3400" kern="1200"/>
        </a:p>
      </dsp:txBody>
      <dsp:txXfrm>
        <a:off x="66025" y="2116724"/>
        <a:ext cx="6534783" cy="1220470"/>
      </dsp:txXfrm>
    </dsp:sp>
    <dsp:sp modelId="{C5463234-2621-4780-BAC1-AE6A9A97A4BA}">
      <dsp:nvSpPr>
        <dsp:cNvPr id="0" name=""/>
        <dsp:cNvSpPr/>
      </dsp:nvSpPr>
      <dsp:spPr>
        <a:xfrm>
          <a:off x="0" y="3501140"/>
          <a:ext cx="6666833" cy="13525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3400" b="1" kern="1200"/>
            <a:t>-Quiet : </a:t>
          </a:r>
          <a:r>
            <a:rPr lang="fr-CH" sz="3400" kern="1200"/>
            <a:t>Retourne un  résultat booléen(True ou False)</a:t>
          </a:r>
          <a:endParaRPr lang="en-US" sz="3400" kern="1200"/>
        </a:p>
      </dsp:txBody>
      <dsp:txXfrm>
        <a:off x="66025" y="3567165"/>
        <a:ext cx="6534783" cy="1220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671A9-D8DE-428A-8C0A-10AF5CAFF243}">
      <dsp:nvSpPr>
        <dsp:cNvPr id="0" name=""/>
        <dsp:cNvSpPr/>
      </dsp:nvSpPr>
      <dsp:spPr>
        <a:xfrm>
          <a:off x="0" y="101984"/>
          <a:ext cx="5291663" cy="4773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 dirty="0"/>
            <a:t>Créer un script PowerShell permettant de vérifier si un ordinateur est accessible sur le réseau.</a:t>
          </a:r>
          <a:endParaRPr lang="en-US" sz="1200" kern="1200" dirty="0"/>
        </a:p>
      </dsp:txBody>
      <dsp:txXfrm>
        <a:off x="23303" y="125287"/>
        <a:ext cx="5245057" cy="430753"/>
      </dsp:txXfrm>
    </dsp:sp>
    <dsp:sp modelId="{198DE194-F27B-434D-88C0-58EDF1CD82F1}">
      <dsp:nvSpPr>
        <dsp:cNvPr id="0" name=""/>
        <dsp:cNvSpPr/>
      </dsp:nvSpPr>
      <dsp:spPr>
        <a:xfrm>
          <a:off x="0" y="613904"/>
          <a:ext cx="5291663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 dirty="0"/>
            <a:t>1. Utiliser la commande Test-Connection.</a:t>
          </a:r>
          <a:endParaRPr lang="en-US" sz="1200" kern="1200" dirty="0"/>
        </a:p>
      </dsp:txBody>
      <dsp:txXfrm>
        <a:off x="23303" y="637207"/>
        <a:ext cx="5245057" cy="430753"/>
      </dsp:txXfrm>
    </dsp:sp>
    <dsp:sp modelId="{268AC9C4-685B-4F7A-8BE1-6AF4F4669F0D}">
      <dsp:nvSpPr>
        <dsp:cNvPr id="0" name=""/>
        <dsp:cNvSpPr/>
      </dsp:nvSpPr>
      <dsp:spPr>
        <a:xfrm>
          <a:off x="0" y="1125824"/>
          <a:ext cx="5291663" cy="47735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 dirty="0"/>
            <a:t>2. Limiter le test à un seul ping avec -Count 1</a:t>
          </a:r>
          <a:endParaRPr lang="en-US" sz="1200" kern="1200" dirty="0"/>
        </a:p>
      </dsp:txBody>
      <dsp:txXfrm>
        <a:off x="23303" y="1149127"/>
        <a:ext cx="5245057" cy="430753"/>
      </dsp:txXfrm>
    </dsp:sp>
    <dsp:sp modelId="{29BDA2C7-E63C-43E2-8D83-6D9B86C635FE}">
      <dsp:nvSpPr>
        <dsp:cNvPr id="0" name=""/>
        <dsp:cNvSpPr/>
      </dsp:nvSpPr>
      <dsp:spPr>
        <a:xfrm>
          <a:off x="0" y="1637744"/>
          <a:ext cx="5291663" cy="4773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 dirty="0"/>
            <a:t>3. Utiliser l’option -Quiet pour obtenir un résultat (</a:t>
          </a:r>
          <a:r>
            <a:rPr lang="fr-CH" sz="1200" kern="1200" dirty="0" err="1"/>
            <a:t>True</a:t>
          </a:r>
          <a:r>
            <a:rPr lang="fr-CH" sz="1200" kern="1200" dirty="0"/>
            <a:t> ou False).</a:t>
          </a:r>
          <a:endParaRPr lang="en-US" sz="1200" kern="1200" dirty="0"/>
        </a:p>
      </dsp:txBody>
      <dsp:txXfrm>
        <a:off x="23303" y="1661047"/>
        <a:ext cx="5245057" cy="430753"/>
      </dsp:txXfrm>
    </dsp:sp>
    <dsp:sp modelId="{5F76BD71-45E4-4ABF-80F0-3D3F056886D4}">
      <dsp:nvSpPr>
        <dsp:cNvPr id="0" name=""/>
        <dsp:cNvSpPr/>
      </dsp:nvSpPr>
      <dsp:spPr>
        <a:xfrm>
          <a:off x="0" y="2149664"/>
          <a:ext cx="5291663" cy="47735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 dirty="0"/>
            <a:t>4. Utiliser une condition if / </a:t>
          </a:r>
          <a:r>
            <a:rPr lang="fr-CH" sz="1200" kern="1200" dirty="0" err="1"/>
            <a:t>else</a:t>
          </a:r>
          <a:r>
            <a:rPr lang="fr-CH" sz="1200" kern="1200" dirty="0"/>
            <a:t> pour afficher un message :</a:t>
          </a:r>
          <a:endParaRPr lang="en-US" sz="1200" kern="1200" dirty="0"/>
        </a:p>
      </dsp:txBody>
      <dsp:txXfrm>
        <a:off x="23303" y="2172967"/>
        <a:ext cx="5245057" cy="430753"/>
      </dsp:txXfrm>
    </dsp:sp>
    <dsp:sp modelId="{D51F7686-40C9-45B3-9AC4-8190F18CF11B}">
      <dsp:nvSpPr>
        <dsp:cNvPr id="0" name=""/>
        <dsp:cNvSpPr/>
      </dsp:nvSpPr>
      <dsp:spPr>
        <a:xfrm>
          <a:off x="0" y="2661584"/>
          <a:ext cx="5291663" cy="4773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/>
            <a:t>en </a:t>
          </a:r>
          <a:r>
            <a:rPr lang="fr-CH" sz="1200" b="1" kern="1200"/>
            <a:t>vert si le PC est accessible.</a:t>
          </a:r>
          <a:endParaRPr lang="en-US" sz="1200" kern="1200"/>
        </a:p>
      </dsp:txBody>
      <dsp:txXfrm>
        <a:off x="23303" y="2684887"/>
        <a:ext cx="5245057" cy="430753"/>
      </dsp:txXfrm>
    </dsp:sp>
    <dsp:sp modelId="{48CB5B78-3C9B-4EC9-8577-C08109644301}">
      <dsp:nvSpPr>
        <dsp:cNvPr id="0" name=""/>
        <dsp:cNvSpPr/>
      </dsp:nvSpPr>
      <dsp:spPr>
        <a:xfrm>
          <a:off x="0" y="3173504"/>
          <a:ext cx="5291663" cy="47735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200" kern="1200"/>
            <a:t>en </a:t>
          </a:r>
          <a:r>
            <a:rPr lang="fr-CH" sz="1200" b="1" kern="1200"/>
            <a:t>rouge si le PC ne répond pas</a:t>
          </a:r>
          <a:r>
            <a:rPr lang="fr-CH" sz="1200" kern="1200"/>
            <a:t>.</a:t>
          </a:r>
          <a:endParaRPr lang="en-US" sz="1200" kern="1200"/>
        </a:p>
      </dsp:txBody>
      <dsp:txXfrm>
        <a:off x="23303" y="3196807"/>
        <a:ext cx="5245057" cy="430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C03ED-7E33-609C-83D3-4F98E93D8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0FE5D7-68D5-3748-FB66-8FD650189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99F4C9-3AA3-6523-6A20-AB8074AD9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E47A76-7C37-1DB4-6691-943FFB2B6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8D8635-F230-4600-DD6F-A3C8CB10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831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C1A12-2A0D-5A35-FFB8-DFEDFDA7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E29C25-036A-29A0-14F2-6F3E2754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A86F5-9E4D-AD4E-8BD5-02C4990D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1D48F6-CDBE-23BD-3AB3-6898CBA9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F5D869-7CAD-20A4-DF27-74F093CC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6860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747DC-8DE5-8A50-97F4-841907E82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94E794-65C9-AFF2-0E2E-E53FAD287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0BFB51-0EFB-B27D-01B3-4D37F62D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3C351E-7BAB-8C53-F9A2-26A14B0B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B429CB-3C91-F1E0-C480-070A5630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27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A71F59-8BE3-360B-FE43-906FA027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EB08CA-A3F4-0165-0F9C-086730FA8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BEF177-3872-2B71-B06B-968428A4C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FA7F2F-5E26-6CDD-E856-11F80037E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66F449A-71F8-49F5-B031-5F90FB8BA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565C43-1D17-2B04-B04E-16BD970E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199025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48D44D-FA1A-BEF4-8F4D-09FE73D5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952281-4F19-9056-73CE-E6F06BF5A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E2A467-650C-B58A-9278-1CC1ED873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33176C-7F2C-745B-4230-70734F557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C40F0D6-8452-BFCE-2CE1-9721DC07B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884C9CB-7AD1-A770-56E1-728E99722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E48930E-EC06-D711-FC00-0D77DF3A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7931813-92D8-E021-E034-83B96F5D7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9003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FEC90-0D01-8221-42CC-AD1469F9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83207C-ED4F-BEEB-C383-FDB8B1C7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40DCF3-6D2D-1CB7-EF95-3AB4ECF8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05B61F-BDB8-A743-DC18-EB79C5002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8267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43770BC-F22E-7C80-87CF-B9D9D611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215C87B-84A7-A2F6-3C65-0E5B663B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78D866-C924-BC0A-0218-A2E8A51B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0225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8A3EA5-72E5-9597-D997-52337E53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B4A58-A85A-5276-48E1-DE1AA1413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6C428F-CF9F-6CE1-7D01-CD7EDD42D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5DBBBF-FB58-CF47-6226-9F933113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256C49-2FEE-6392-2216-3EBC12A35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EEBF7B-E6CA-19EE-C02D-20B0171D3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1528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5946F-7C27-E643-CE5A-BACB3B822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075563-42DE-A802-2870-BCBE6AD9E4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B55B41-7120-42A2-DD5C-9B3737240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3C25A5-9FC0-9F97-A2F5-A1E4B20D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28A881-5008-848D-AE40-7F411CD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0C576C-8BC5-DB30-CE0E-316107B1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78058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491838-4100-46B2-8C27-EF723D8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38858FE-D47F-7909-2E0A-752E94911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CC3E87-5608-14BB-2DA5-2C21EB3C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5A2699-A741-0A43-FAD3-BB32C6E9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4D46FD-4D60-4BBE-DA57-54D06278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3822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FD47481-C64E-427F-DC8B-D33BEDB5C3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913585-8F7C-65B6-E9E6-937C94529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804281-7351-CB79-AB0D-A9CCD6D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6337D6-A30F-2030-0186-B60B5815A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A308E0-4D6B-B646-3ECA-8E567898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84602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AD3115-5711-4790-1885-B3BB5F9F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C527115-67CF-AE01-3147-4A7E2C3FA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D57A78-AF39-A435-6525-FB18755FD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49044-2917-4BA6-BA96-6B91A05EF807}" type="datetimeFigureOut">
              <a:rPr lang="fr-CH" smtClean="0"/>
              <a:t>16.03.2026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6F0C9B-E2D8-3181-CC2A-8095EC3F8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1EF4DC-E7B8-66F0-CA16-47E2B3C90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911D5-22D1-4C2F-B85F-FB5582B895EB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7706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s64.com/ps/if.html" TargetMode="External"/><Relationship Id="rId2" Type="http://schemas.openxmlformats.org/officeDocument/2006/relationships/hyperlink" Target="https://learn.microsoft.com/en-us/powershell/module/microsoft.powershell.management/test-connection?view=powershell-7.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65F7EC-D8E9-7C47-6A79-A9D04F0A5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CH" sz="3100">
                <a:solidFill>
                  <a:srgbClr val="FFFFFF"/>
                </a:solidFill>
              </a:rPr>
              <a:t>		Ma-18 </a:t>
            </a:r>
            <a:r>
              <a:rPr lang="fr-CH" sz="3100" err="1">
                <a:solidFill>
                  <a:srgbClr val="FFFFFF"/>
                </a:solidFill>
              </a:rPr>
              <a:t>Powershell</a:t>
            </a:r>
            <a:br>
              <a:rPr lang="fr-CH" sz="3100">
                <a:solidFill>
                  <a:srgbClr val="FFFFFF"/>
                </a:solidFill>
              </a:rPr>
            </a:br>
            <a:r>
              <a:rPr lang="fr-CH" sz="3100">
                <a:solidFill>
                  <a:srgbClr val="FFFFFF"/>
                </a:solidFill>
              </a:rPr>
              <a:t>	</a:t>
            </a:r>
            <a:r>
              <a:rPr kumimoji="0" lang="fr-FR" altLang="fr-FR" sz="31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Vérification de la Connectivité 	Réseau</a:t>
            </a:r>
            <a:br>
              <a:rPr kumimoji="0" lang="fr-FR" altLang="fr-FR" sz="4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fr-CH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77F60FB-D12F-8CD3-C60F-481FD510A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fr-CH">
                <a:solidFill>
                  <a:srgbClr val="FFFFFF"/>
                </a:solidFill>
              </a:rPr>
              <a:t>Christian Subhi Antoine </a:t>
            </a:r>
          </a:p>
        </p:txBody>
      </p:sp>
    </p:spTree>
    <p:extLst>
      <p:ext uri="{BB962C8B-B14F-4D97-AF65-F5344CB8AC3E}">
        <p14:creationId xmlns:p14="http://schemas.microsoft.com/office/powerpoint/2010/main" val="151896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AD1481-22B8-B1D2-BB7A-B556A4D2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Sommaire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6A369DA1-2ACD-29D3-DB58-C39326F873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76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76F1413-935A-EF4D-354D-EC2D722C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r-CH" sz="4000">
                <a:solidFill>
                  <a:srgbClr val="FFFFFF"/>
                </a:solidFill>
              </a:rPr>
              <a:t>Analyse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8E75BBB-1A1E-A191-77EF-17653657D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248949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3662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2AB7F4-BDE5-B9BA-91B8-8E5B110A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Diagramme de flux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7168D92-ED88-1F00-CAAA-A95D6393E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0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577E74F8-662A-B797-52A9-073E3A996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70333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1C639-D3AF-960F-180D-D8C53ECA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fr-CH" sz="4000"/>
              <a:t>Consigne de réalisation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71764A-0FAF-062B-835B-ECF15FFA14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37" r="3716" b="-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54ACF85C-1E87-EDEF-7CC8-990CC3016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7714300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7040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33ADEAE5-B080-4DEC-819A-00E41A93F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9FB580A-BA0E-4D5E-90F4-C42767A7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C00CB6-394D-0438-6E73-6221CB3D6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275" y="3655371"/>
            <a:ext cx="9679449" cy="1463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exercice code </a:t>
            </a:r>
          </a:p>
        </p:txBody>
      </p:sp>
      <p:pic>
        <p:nvPicPr>
          <p:cNvPr id="35" name="Espace réservé du contenu 34" descr="Une image contenant texte, capture d’écran, Police, Bleu électrique">
            <a:extLst>
              <a:ext uri="{FF2B5EF4-FFF2-40B4-BE49-F238E27FC236}">
                <a16:creationId xmlns:a16="http://schemas.microsoft.com/office/drawing/2014/main" id="{BAFEAD63-4684-E9F4-9DCC-2E069BF70E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05" y="964949"/>
            <a:ext cx="11111988" cy="190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2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94C39C-5B3A-CD94-12BA-D37538D2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Explication corrigé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B65A011-37E6-5302-D786-32BB8571BFB0}"/>
              </a:ext>
            </a:extLst>
          </p:cNvPr>
          <p:cNvSpPr txBox="1"/>
          <p:nvPr/>
        </p:nvSpPr>
        <p:spPr>
          <a:xfrm>
            <a:off x="1321190" y="2057400"/>
            <a:ext cx="44106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Cette commande :</a:t>
            </a:r>
          </a:p>
          <a:p>
            <a:r>
              <a:rPr lang="fr-CH" dirty="0"/>
              <a:t>envoie un </a:t>
            </a:r>
            <a:r>
              <a:rPr lang="fr-CH" b="1" dirty="0"/>
              <a:t>ping ICMP</a:t>
            </a:r>
            <a:endParaRPr lang="fr-CH" dirty="0"/>
          </a:p>
          <a:p>
            <a:r>
              <a:rPr lang="fr-CH" dirty="0"/>
              <a:t>-</a:t>
            </a:r>
            <a:r>
              <a:rPr lang="fr-CH" dirty="0" err="1"/>
              <a:t>ComputerName</a:t>
            </a:r>
            <a:r>
              <a:rPr lang="fr-CH" dirty="0"/>
              <a:t> indique la machine cible</a:t>
            </a:r>
          </a:p>
          <a:p>
            <a:r>
              <a:rPr lang="fr-CH" dirty="0"/>
              <a:t>-Count 1 envoie </a:t>
            </a:r>
            <a:r>
              <a:rPr lang="fr-CH" b="1" dirty="0"/>
              <a:t>un seul paquet</a:t>
            </a:r>
            <a:endParaRPr lang="fr-CH" dirty="0"/>
          </a:p>
          <a:p>
            <a:r>
              <a:rPr lang="fr-CH" dirty="0"/>
              <a:t>-Quiet retourne uniquement (</a:t>
            </a:r>
            <a:r>
              <a:rPr lang="fr-CH" b="1" dirty="0" err="1"/>
              <a:t>True</a:t>
            </a:r>
            <a:r>
              <a:rPr lang="fr-CH" b="1" dirty="0"/>
              <a:t> ou False)</a:t>
            </a:r>
          </a:p>
          <a:p>
            <a:r>
              <a:rPr lang="fr-CH" dirty="0"/>
              <a:t>If pour la condition si la machine répond ou pas </a:t>
            </a:r>
          </a:p>
          <a:p>
            <a:endParaRPr lang="fr-CH" dirty="0"/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7876B664-6C6D-0CBF-300B-9E83746B6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032" y="1683516"/>
            <a:ext cx="4648849" cy="19052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F1FF63E-4D3C-29A7-50AF-BBDBB2141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121" y="1634708"/>
            <a:ext cx="4887007" cy="29531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854CD7F7-2FD8-3F7E-4565-FC271D9A98DE}"/>
              </a:ext>
            </a:extLst>
          </p:cNvPr>
          <p:cNvSpPr txBox="1"/>
          <p:nvPr/>
        </p:nvSpPr>
        <p:spPr>
          <a:xfrm>
            <a:off x="6565392" y="2258568"/>
            <a:ext cx="4887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Write-Host affiche un message dans la console</a:t>
            </a:r>
          </a:p>
          <a:p>
            <a:r>
              <a:rPr lang="fr-CH" dirty="0"/>
              <a:t>-</a:t>
            </a:r>
            <a:r>
              <a:rPr lang="fr-CH" dirty="0" err="1"/>
              <a:t>Foregroundcolor</a:t>
            </a:r>
            <a:r>
              <a:rPr lang="fr-CH" dirty="0"/>
              <a:t> affiche le texte </a:t>
            </a:r>
            <a:r>
              <a:rPr lang="fr-CH" b="1" dirty="0"/>
              <a:t>en vert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26B144AD-49B3-07B3-F2E9-3E090F8D8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295" y="4826080"/>
            <a:ext cx="1867161" cy="209579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14124E3C-B056-EEB5-97D9-3F11939A8E5E}"/>
              </a:ext>
            </a:extLst>
          </p:cNvPr>
          <p:cNvSpPr txBox="1"/>
          <p:nvPr/>
        </p:nvSpPr>
        <p:spPr>
          <a:xfrm>
            <a:off x="1540295" y="5312664"/>
            <a:ext cx="2437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Cette variable permet d’indiquer que </a:t>
            </a:r>
          </a:p>
          <a:p>
            <a:r>
              <a:rPr lang="fr-CH" dirty="0"/>
              <a:t>le test a réussi.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D0B002D-EA35-9901-482D-5DADA6460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43" y="4783905"/>
            <a:ext cx="1095528" cy="200053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605D044-05E7-175E-0B0E-F1DBB7F870DB}"/>
              </a:ext>
            </a:extLst>
          </p:cNvPr>
          <p:cNvSpPr txBox="1"/>
          <p:nvPr/>
        </p:nvSpPr>
        <p:spPr>
          <a:xfrm>
            <a:off x="4187952" y="5188017"/>
            <a:ext cx="3209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Break sert à </a:t>
            </a:r>
            <a:r>
              <a:rPr lang="fr-CH" b="1" dirty="0"/>
              <a:t>sortir d'une boucle</a:t>
            </a:r>
            <a:r>
              <a:rPr lang="fr-CH" dirty="0"/>
              <a:t> si le test fonctionne.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D663948-0B28-B35F-693C-0A74BCDE85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446" y="4783905"/>
            <a:ext cx="4143953" cy="190527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90B65987-16B4-6758-3C40-E1D6204DF600}"/>
              </a:ext>
            </a:extLst>
          </p:cNvPr>
          <p:cNvSpPr txBox="1"/>
          <p:nvPr/>
        </p:nvSpPr>
        <p:spPr>
          <a:xfrm>
            <a:off x="7308446" y="5188017"/>
            <a:ext cx="4143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Le message s'affiche </a:t>
            </a:r>
            <a:r>
              <a:rPr lang="fr-CH" b="1" dirty="0"/>
              <a:t>en rouge</a:t>
            </a:r>
            <a:r>
              <a:rPr lang="fr-CH" dirty="0"/>
              <a:t> pour indiquer un problème de connexion.</a:t>
            </a:r>
          </a:p>
        </p:txBody>
      </p:sp>
    </p:spTree>
    <p:extLst>
      <p:ext uri="{BB962C8B-B14F-4D97-AF65-F5344CB8AC3E}">
        <p14:creationId xmlns:p14="http://schemas.microsoft.com/office/powerpoint/2010/main" val="241557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A6B3B6-C2FD-4A60-7036-87121025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fr-CH" sz="7200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F660E2-BAF5-5C6E-A556-73836D013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fr-CH" sz="2000" dirty="0"/>
              <a:t>Ce script PowerShell permet de vérifier rapidement la connectivité d’un ordinateur sur un réseau en utilisant la commande </a:t>
            </a:r>
            <a:r>
              <a:rPr lang="fr-CH" sz="2000" b="1" dirty="0"/>
              <a:t>Test-Connection</a:t>
            </a:r>
            <a:r>
              <a:rPr lang="fr-CH" sz="2000" dirty="0"/>
              <a:t>.</a:t>
            </a:r>
          </a:p>
          <a:p>
            <a:pPr marL="0" indent="0">
              <a:buNone/>
            </a:pPr>
            <a:br>
              <a:rPr lang="fr-CH" sz="2000" dirty="0"/>
            </a:br>
            <a:r>
              <a:rPr lang="fr-CH" sz="2000" dirty="0"/>
              <a:t>  Grâce aux paramètres  </a:t>
            </a:r>
            <a:r>
              <a:rPr lang="fr-CH" sz="2000" b="1" dirty="0"/>
              <a:t>-Count 1</a:t>
            </a:r>
            <a:r>
              <a:rPr lang="fr-CH" sz="2000" dirty="0"/>
              <a:t> et </a:t>
            </a:r>
            <a:r>
              <a:rPr lang="fr-CH" sz="2000" b="1" dirty="0"/>
              <a:t>-Quiet</a:t>
            </a:r>
            <a:r>
              <a:rPr lang="fr-CH" sz="2000" dirty="0"/>
              <a:t>, il est possible d’envoyer un ping et d’obtenir un résultat simple sous forme </a:t>
            </a:r>
            <a:r>
              <a:rPr lang="fr-CH" sz="2000" b="1" dirty="0" err="1"/>
              <a:t>True</a:t>
            </a:r>
            <a:r>
              <a:rPr lang="fr-CH" sz="2000" b="1" dirty="0"/>
              <a:t> ou False</a:t>
            </a:r>
            <a:r>
              <a:rPr lang="fr-CH" sz="2000" dirty="0"/>
              <a:t>.</a:t>
            </a:r>
          </a:p>
          <a:p>
            <a:endParaRPr lang="fr-CH" sz="2000" dirty="0"/>
          </a:p>
        </p:txBody>
      </p:sp>
    </p:spTree>
    <p:extLst>
      <p:ext uri="{BB962C8B-B14F-4D97-AF65-F5344CB8AC3E}">
        <p14:creationId xmlns:p14="http://schemas.microsoft.com/office/powerpoint/2010/main" val="118396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D9EC5D-0E04-28CF-0916-6122D5BB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Sources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81BB26-9653-3A4A-C63E-70336DAF1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>
                <a:hlinkClick r:id="rId2"/>
              </a:rPr>
              <a:t>Test-Connection (</a:t>
            </a:r>
            <a:r>
              <a:rPr lang="en-GB" u="sng" err="1">
                <a:hlinkClick r:id="rId2"/>
              </a:rPr>
              <a:t>Microsoft.PowerShell.Management</a:t>
            </a:r>
            <a:r>
              <a:rPr lang="en-GB" u="sng">
                <a:hlinkClick r:id="rId2"/>
              </a:rPr>
              <a:t>) - PowerShell | Microsoft Learn</a:t>
            </a:r>
            <a:endParaRPr lang="fr-CH"/>
          </a:p>
          <a:p>
            <a:endParaRPr lang="fr-CH"/>
          </a:p>
          <a:p>
            <a:r>
              <a:rPr lang="fr-CH" u="sng">
                <a:hlinkClick r:id="rId3"/>
              </a:rPr>
              <a:t>https://ss64.com/ps/if.html</a:t>
            </a:r>
            <a:endParaRPr lang="fr-CH" u="sng"/>
          </a:p>
          <a:p>
            <a:endParaRPr lang="fr-CH" u="sng"/>
          </a:p>
          <a:p>
            <a:endParaRPr lang="fr-CH" u="sng"/>
          </a:p>
          <a:p>
            <a:endParaRPr lang="fr-CH"/>
          </a:p>
          <a:p>
            <a:endParaRPr lang="fr-CH"/>
          </a:p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39100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Grand écran</PresentationFormat>
  <Paragraphs>47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  Ma-18 Powershell  Vérification de la Connectivité  Réseau </vt:lpstr>
      <vt:lpstr>Sommaire</vt:lpstr>
      <vt:lpstr>Analyse</vt:lpstr>
      <vt:lpstr>Diagramme de flux</vt:lpstr>
      <vt:lpstr>Consigne de réalisation </vt:lpstr>
      <vt:lpstr>exercice code </vt:lpstr>
      <vt:lpstr>Explication corrigé</vt:lpstr>
      <vt:lpstr>Conclusion</vt:lpstr>
      <vt:lpstr>Sources </vt:lpstr>
    </vt:vector>
  </TitlesOfParts>
  <Company>CPNV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Fonseca Diogo</dc:creator>
  <cp:lastModifiedBy>Christian Fonseca Diogo</cp:lastModifiedBy>
  <cp:revision>6</cp:revision>
  <dcterms:created xsi:type="dcterms:W3CDTF">2026-03-16T07:21:56Z</dcterms:created>
  <dcterms:modified xsi:type="dcterms:W3CDTF">2026-03-16T18:05:05Z</dcterms:modified>
</cp:coreProperties>
</file>